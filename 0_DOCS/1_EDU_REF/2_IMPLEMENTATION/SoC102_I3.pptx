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70" r:id="rId2"/>
    <p:sldId id="14910" r:id="rId3"/>
    <p:sldId id="299" r:id="rId4"/>
    <p:sldId id="300" r:id="rId5"/>
    <p:sldId id="301" r:id="rId6"/>
    <p:sldId id="309" r:id="rId7"/>
    <p:sldId id="310" r:id="rId8"/>
    <p:sldId id="311" r:id="rId9"/>
    <p:sldId id="312" r:id="rId10"/>
    <p:sldId id="313" r:id="rId11"/>
    <p:sldId id="14944" r:id="rId12"/>
    <p:sldId id="14961" r:id="rId13"/>
    <p:sldId id="14962" r:id="rId14"/>
    <p:sldId id="14963" r:id="rId15"/>
    <p:sldId id="14964" r:id="rId16"/>
    <p:sldId id="14965" r:id="rId17"/>
    <p:sldId id="14966" r:id="rId18"/>
    <p:sldId id="14967" r:id="rId19"/>
    <p:sldId id="333" r:id="rId20"/>
    <p:sldId id="334" r:id="rId21"/>
    <p:sldId id="326" r:id="rId22"/>
    <p:sldId id="335" r:id="rId23"/>
    <p:sldId id="14968" r:id="rId24"/>
    <p:sldId id="327" r:id="rId25"/>
    <p:sldId id="14969" r:id="rId26"/>
    <p:sldId id="14970" r:id="rId27"/>
    <p:sldId id="328" r:id="rId28"/>
    <p:sldId id="14971" r:id="rId29"/>
    <p:sldId id="330" r:id="rId30"/>
    <p:sldId id="331" r:id="rId31"/>
    <p:sldId id="336" r:id="rId32"/>
    <p:sldId id="338" r:id="rId33"/>
    <p:sldId id="14972" r:id="rId34"/>
    <p:sldId id="14973" r:id="rId35"/>
    <p:sldId id="14974" r:id="rId36"/>
    <p:sldId id="14975" r:id="rId37"/>
    <p:sldId id="14976" r:id="rId38"/>
    <p:sldId id="14977" r:id="rId39"/>
    <p:sldId id="339" r:id="rId40"/>
    <p:sldId id="340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ED1"/>
    <a:srgbClr val="147BD1"/>
    <a:srgbClr val="EBEBE9"/>
    <a:srgbClr val="1DCAD3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49" autoAdjust="0"/>
    <p:restoredTop sz="82762" autoAdjust="0"/>
  </p:normalViewPr>
  <p:slideViewPr>
    <p:cSldViewPr snapToGrid="0" showGuides="1">
      <p:cViewPr varScale="1">
        <p:scale>
          <a:sx n="109" d="100"/>
          <a:sy n="109" d="100"/>
        </p:scale>
        <p:origin x="114" y="552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6AD410-F915-4051-BB8B-6799E86F79EF}" type="doc">
      <dgm:prSet loTypeId="urn:microsoft.com/office/officeart/2005/8/layout/hProcess11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305CE00-652C-475F-8CA9-B36E470A9C46}">
      <dgm:prSet phldrT="[Text]" custT="1"/>
      <dgm:spPr/>
      <dgm:t>
        <a:bodyPr anchor="ctr"/>
        <a:lstStyle/>
        <a:p>
          <a:pPr algn="r"/>
          <a:r>
            <a:rPr lang="en-US" sz="1800" b="1" dirty="0">
              <a:latin typeface="Malgun Gothic" panose="020B0503020000020004" pitchFamily="34" charset="-127"/>
              <a:ea typeface="Malgun Gothic" panose="020B0503020000020004" pitchFamily="34" charset="-127"/>
            </a:rPr>
            <a:t>1. </a:t>
          </a:r>
          <a:r>
            <a:rPr lang="en-US" sz="1600" b="1" dirty="0">
              <a:latin typeface="Malgun Gothic" panose="020B0503020000020004" pitchFamily="34" charset="-127"/>
              <a:ea typeface="Malgun Gothic" panose="020B0503020000020004" pitchFamily="34" charset="-127"/>
            </a:rPr>
            <a:t>Power Ring</a:t>
          </a:r>
          <a:endParaRPr lang="en-US" sz="1800" b="1" dirty="0">
            <a:latin typeface="Malgun Gothic" panose="020B0503020000020004" pitchFamily="34" charset="-127"/>
            <a:ea typeface="Malgun Gothic" panose="020B0503020000020004" pitchFamily="34" charset="-127"/>
          </a:endParaRPr>
        </a:p>
      </dgm:t>
    </dgm:pt>
    <dgm:pt modelId="{DD30AB82-E99D-4532-B701-F97652D30C92}" type="parTrans" cxnId="{9CD09289-B9F5-48A2-8E3B-A6A0339C51D4}">
      <dgm:prSet/>
      <dgm:spPr/>
      <dgm:t>
        <a:bodyPr/>
        <a:lstStyle/>
        <a:p>
          <a:endParaRPr lang="en-US" sz="1800" b="1">
            <a:latin typeface="Malgun Gothic" panose="020B0503020000020004" pitchFamily="34" charset="-127"/>
            <a:ea typeface="Malgun Gothic" panose="020B0503020000020004" pitchFamily="34" charset="-127"/>
          </a:endParaRPr>
        </a:p>
      </dgm:t>
    </dgm:pt>
    <dgm:pt modelId="{EAE23DF8-5C8E-4E84-B0D0-C88609662EF4}" type="sibTrans" cxnId="{9CD09289-B9F5-48A2-8E3B-A6A0339C51D4}">
      <dgm:prSet/>
      <dgm:spPr/>
      <dgm:t>
        <a:bodyPr/>
        <a:lstStyle/>
        <a:p>
          <a:endParaRPr lang="en-US" sz="1800" b="1">
            <a:latin typeface="Malgun Gothic" panose="020B0503020000020004" pitchFamily="34" charset="-127"/>
            <a:ea typeface="Malgun Gothic" panose="020B0503020000020004" pitchFamily="34" charset="-127"/>
          </a:endParaRPr>
        </a:p>
      </dgm:t>
    </dgm:pt>
    <dgm:pt modelId="{A4897EE0-06EE-41AB-BAE1-1868C99E52E9}">
      <dgm:prSet phldrT="[Text]" custT="1"/>
      <dgm:spPr/>
      <dgm:t>
        <a:bodyPr/>
        <a:lstStyle/>
        <a:p>
          <a:pPr algn="r"/>
          <a:r>
            <a:rPr lang="en-US" sz="1600" b="1" dirty="0">
              <a:latin typeface="Malgun Gothic" panose="020B0503020000020004" pitchFamily="34" charset="-127"/>
              <a:ea typeface="Malgun Gothic" panose="020B0503020000020004" pitchFamily="34" charset="-127"/>
            </a:rPr>
            <a:t>2. Power Stripe</a:t>
          </a:r>
        </a:p>
      </dgm:t>
    </dgm:pt>
    <dgm:pt modelId="{0FFE0F6B-F264-4E8A-840C-9FC9E99ADDA3}" type="parTrans" cxnId="{AEB95FF1-694A-4A5D-B6F5-53C251542E14}">
      <dgm:prSet/>
      <dgm:spPr/>
      <dgm:t>
        <a:bodyPr/>
        <a:lstStyle/>
        <a:p>
          <a:endParaRPr lang="en-US" sz="1800" b="1">
            <a:latin typeface="Malgun Gothic" panose="020B0503020000020004" pitchFamily="34" charset="-127"/>
            <a:ea typeface="Malgun Gothic" panose="020B0503020000020004" pitchFamily="34" charset="-127"/>
          </a:endParaRPr>
        </a:p>
      </dgm:t>
    </dgm:pt>
    <dgm:pt modelId="{C7F68FCA-69BF-481A-93C7-EB0523EFEA35}" type="sibTrans" cxnId="{AEB95FF1-694A-4A5D-B6F5-53C251542E14}">
      <dgm:prSet/>
      <dgm:spPr/>
      <dgm:t>
        <a:bodyPr/>
        <a:lstStyle/>
        <a:p>
          <a:endParaRPr lang="en-US" sz="1800" b="1">
            <a:latin typeface="Malgun Gothic" panose="020B0503020000020004" pitchFamily="34" charset="-127"/>
            <a:ea typeface="Malgun Gothic" panose="020B0503020000020004" pitchFamily="34" charset="-127"/>
          </a:endParaRPr>
        </a:p>
      </dgm:t>
    </dgm:pt>
    <dgm:pt modelId="{FD96DAA1-B837-4F37-A503-AF824F63731D}">
      <dgm:prSet phldrT="[Text]" custT="1"/>
      <dgm:spPr/>
      <dgm:t>
        <a:bodyPr anchor="ctr"/>
        <a:lstStyle/>
        <a:p>
          <a:pPr algn="r"/>
          <a:r>
            <a:rPr lang="en-US" sz="1800" b="1" dirty="0">
              <a:latin typeface="Malgun Gothic" panose="020B0503020000020004" pitchFamily="34" charset="-127"/>
              <a:ea typeface="Malgun Gothic" panose="020B0503020000020004" pitchFamily="34" charset="-127"/>
            </a:rPr>
            <a:t>3. </a:t>
          </a:r>
          <a:r>
            <a:rPr lang="en-US" sz="1600" b="1" dirty="0">
              <a:latin typeface="Malgun Gothic" panose="020B0503020000020004" pitchFamily="34" charset="-127"/>
              <a:ea typeface="Malgun Gothic" panose="020B0503020000020004" pitchFamily="34" charset="-127"/>
            </a:rPr>
            <a:t>Power Rail</a:t>
          </a:r>
          <a:endParaRPr lang="en-US" sz="1800" b="1" dirty="0">
            <a:latin typeface="Malgun Gothic" panose="020B0503020000020004" pitchFamily="34" charset="-127"/>
            <a:ea typeface="Malgun Gothic" panose="020B0503020000020004" pitchFamily="34" charset="-127"/>
          </a:endParaRPr>
        </a:p>
      </dgm:t>
    </dgm:pt>
    <dgm:pt modelId="{4C14CD79-7689-4BE4-9469-B109E1974AB3}" type="parTrans" cxnId="{1AAC0E3F-B302-419A-BCBA-ED585487C1EB}">
      <dgm:prSet/>
      <dgm:spPr/>
      <dgm:t>
        <a:bodyPr/>
        <a:lstStyle/>
        <a:p>
          <a:endParaRPr lang="en-US" sz="1800" b="1">
            <a:latin typeface="Malgun Gothic" panose="020B0503020000020004" pitchFamily="34" charset="-127"/>
            <a:ea typeface="Malgun Gothic" panose="020B0503020000020004" pitchFamily="34" charset="-127"/>
          </a:endParaRPr>
        </a:p>
      </dgm:t>
    </dgm:pt>
    <dgm:pt modelId="{29342DF2-D9A8-4DE3-A15A-EDE7D39D596A}" type="sibTrans" cxnId="{1AAC0E3F-B302-419A-BCBA-ED585487C1EB}">
      <dgm:prSet/>
      <dgm:spPr/>
      <dgm:t>
        <a:bodyPr/>
        <a:lstStyle/>
        <a:p>
          <a:endParaRPr lang="en-US" sz="1800" b="1">
            <a:latin typeface="Malgun Gothic" panose="020B0503020000020004" pitchFamily="34" charset="-127"/>
            <a:ea typeface="Malgun Gothic" panose="020B0503020000020004" pitchFamily="34" charset="-127"/>
          </a:endParaRPr>
        </a:p>
      </dgm:t>
    </dgm:pt>
    <dgm:pt modelId="{E82CA416-C1FA-4AC6-910C-0CEAD89F130C}" type="pres">
      <dgm:prSet presAssocID="{926AD410-F915-4051-BB8B-6799E86F79EF}" presName="Name0" presStyleCnt="0">
        <dgm:presLayoutVars>
          <dgm:dir/>
          <dgm:resizeHandles val="exact"/>
        </dgm:presLayoutVars>
      </dgm:prSet>
      <dgm:spPr/>
    </dgm:pt>
    <dgm:pt modelId="{EC1CDCF5-778D-4C6F-8215-77DB4D811C8A}" type="pres">
      <dgm:prSet presAssocID="{926AD410-F915-4051-BB8B-6799E86F79EF}" presName="arrow" presStyleLbl="bgShp" presStyleIdx="0" presStyleCnt="1" custLinFactNeighborY="5235"/>
      <dgm:spPr/>
    </dgm:pt>
    <dgm:pt modelId="{D79F54CD-8650-4C80-89B9-C4B921E37C23}" type="pres">
      <dgm:prSet presAssocID="{926AD410-F915-4051-BB8B-6799E86F79EF}" presName="points" presStyleCnt="0"/>
      <dgm:spPr/>
    </dgm:pt>
    <dgm:pt modelId="{3787AC69-5BA3-4D74-BF5F-496D5FB4BC7F}" type="pres">
      <dgm:prSet presAssocID="{3305CE00-652C-475F-8CA9-B36E470A9C46}" presName="compositeA" presStyleCnt="0"/>
      <dgm:spPr/>
    </dgm:pt>
    <dgm:pt modelId="{3D12B7CB-1AC0-4EB7-AA66-1747C76F4B76}" type="pres">
      <dgm:prSet presAssocID="{3305CE00-652C-475F-8CA9-B36E470A9C46}" presName="textA" presStyleLbl="revTx" presStyleIdx="0" presStyleCnt="3">
        <dgm:presLayoutVars>
          <dgm:bulletEnabled val="1"/>
        </dgm:presLayoutVars>
      </dgm:prSet>
      <dgm:spPr/>
    </dgm:pt>
    <dgm:pt modelId="{13F95724-41F5-4946-8EDA-F48B74DF6D86}" type="pres">
      <dgm:prSet presAssocID="{3305CE00-652C-475F-8CA9-B36E470A9C46}" presName="circleA" presStyleLbl="node1" presStyleIdx="0" presStyleCnt="3" custLinFactNeighborY="19850"/>
      <dgm:spPr/>
    </dgm:pt>
    <dgm:pt modelId="{F1D4C8C7-FD1B-4EAE-A0EF-FDF66B1E3EAE}" type="pres">
      <dgm:prSet presAssocID="{3305CE00-652C-475F-8CA9-B36E470A9C46}" presName="spaceA" presStyleCnt="0"/>
      <dgm:spPr/>
    </dgm:pt>
    <dgm:pt modelId="{F789AA63-83B0-478C-B220-2974D4050E32}" type="pres">
      <dgm:prSet presAssocID="{EAE23DF8-5C8E-4E84-B0D0-C88609662EF4}" presName="space" presStyleCnt="0"/>
      <dgm:spPr/>
    </dgm:pt>
    <dgm:pt modelId="{9FB7F920-7B3B-4CD6-95FC-09F0B8D226FF}" type="pres">
      <dgm:prSet presAssocID="{A4897EE0-06EE-41AB-BAE1-1868C99E52E9}" presName="compositeB" presStyleCnt="0"/>
      <dgm:spPr/>
    </dgm:pt>
    <dgm:pt modelId="{EF5378CC-CEC6-46E2-8C87-98471BEAC3BA}" type="pres">
      <dgm:prSet presAssocID="{A4897EE0-06EE-41AB-BAE1-1868C99E52E9}" presName="textB" presStyleLbl="revTx" presStyleIdx="1" presStyleCnt="3" custLinFactY="-57773" custLinFactNeighborX="4208" custLinFactNeighborY="-100000">
        <dgm:presLayoutVars>
          <dgm:bulletEnabled val="1"/>
        </dgm:presLayoutVars>
      </dgm:prSet>
      <dgm:spPr/>
    </dgm:pt>
    <dgm:pt modelId="{F00F34D5-FF0F-437E-B39B-3409166D3CF4}" type="pres">
      <dgm:prSet presAssocID="{A4897EE0-06EE-41AB-BAE1-1868C99E52E9}" presName="circleB" presStyleLbl="node1" presStyleIdx="1" presStyleCnt="3" custLinFactNeighborX="3054" custLinFactNeighborY="24430"/>
      <dgm:spPr/>
    </dgm:pt>
    <dgm:pt modelId="{B7382B93-8F18-413D-8F6A-2CF9180E3714}" type="pres">
      <dgm:prSet presAssocID="{A4897EE0-06EE-41AB-BAE1-1868C99E52E9}" presName="spaceB" presStyleCnt="0"/>
      <dgm:spPr/>
    </dgm:pt>
    <dgm:pt modelId="{0498A052-9D94-4485-BD9B-805A6BE369DA}" type="pres">
      <dgm:prSet presAssocID="{C7F68FCA-69BF-481A-93C7-EB0523EFEA35}" presName="space" presStyleCnt="0"/>
      <dgm:spPr/>
    </dgm:pt>
    <dgm:pt modelId="{C29EB48F-0AA0-414A-AA35-BF5C08F793F9}" type="pres">
      <dgm:prSet presAssocID="{FD96DAA1-B837-4F37-A503-AF824F63731D}" presName="compositeA" presStyleCnt="0"/>
      <dgm:spPr/>
    </dgm:pt>
    <dgm:pt modelId="{67AFFDE2-515D-494A-80F9-0E8D0E33B294}" type="pres">
      <dgm:prSet presAssocID="{FD96DAA1-B837-4F37-A503-AF824F63731D}" presName="textA" presStyleLbl="revTx" presStyleIdx="2" presStyleCnt="3">
        <dgm:presLayoutVars>
          <dgm:bulletEnabled val="1"/>
        </dgm:presLayoutVars>
      </dgm:prSet>
      <dgm:spPr/>
    </dgm:pt>
    <dgm:pt modelId="{BDEF0DA9-2BAE-41FB-96CE-1A5740D61812}" type="pres">
      <dgm:prSet presAssocID="{FD96DAA1-B837-4F37-A503-AF824F63731D}" presName="circleA" presStyleLbl="node1" presStyleIdx="2" presStyleCnt="3" custLinFactNeighborX="-1527" custLinFactNeighborY="21376"/>
      <dgm:spPr/>
    </dgm:pt>
    <dgm:pt modelId="{03A66F84-E9CD-484F-897F-D17D217E489E}" type="pres">
      <dgm:prSet presAssocID="{FD96DAA1-B837-4F37-A503-AF824F63731D}" presName="spaceA" presStyleCnt="0"/>
      <dgm:spPr/>
    </dgm:pt>
  </dgm:ptLst>
  <dgm:cxnLst>
    <dgm:cxn modelId="{18BCA921-C64C-47F6-AFCE-F07D2B790A31}" type="presOf" srcId="{FD96DAA1-B837-4F37-A503-AF824F63731D}" destId="{67AFFDE2-515D-494A-80F9-0E8D0E33B294}" srcOrd="0" destOrd="0" presId="urn:microsoft.com/office/officeart/2005/8/layout/hProcess11"/>
    <dgm:cxn modelId="{1AAC0E3F-B302-419A-BCBA-ED585487C1EB}" srcId="{926AD410-F915-4051-BB8B-6799E86F79EF}" destId="{FD96DAA1-B837-4F37-A503-AF824F63731D}" srcOrd="2" destOrd="0" parTransId="{4C14CD79-7689-4BE4-9469-B109E1974AB3}" sibTransId="{29342DF2-D9A8-4DE3-A15A-EDE7D39D596A}"/>
    <dgm:cxn modelId="{80DDBE5B-2FA1-43AB-A023-9BDE9E118CBC}" type="presOf" srcId="{3305CE00-652C-475F-8CA9-B36E470A9C46}" destId="{3D12B7CB-1AC0-4EB7-AA66-1747C76F4B76}" srcOrd="0" destOrd="0" presId="urn:microsoft.com/office/officeart/2005/8/layout/hProcess11"/>
    <dgm:cxn modelId="{9CD09289-B9F5-48A2-8E3B-A6A0339C51D4}" srcId="{926AD410-F915-4051-BB8B-6799E86F79EF}" destId="{3305CE00-652C-475F-8CA9-B36E470A9C46}" srcOrd="0" destOrd="0" parTransId="{DD30AB82-E99D-4532-B701-F97652D30C92}" sibTransId="{EAE23DF8-5C8E-4E84-B0D0-C88609662EF4}"/>
    <dgm:cxn modelId="{6339569C-1F06-4543-9E89-8AD10ED6CCA9}" type="presOf" srcId="{A4897EE0-06EE-41AB-BAE1-1868C99E52E9}" destId="{EF5378CC-CEC6-46E2-8C87-98471BEAC3BA}" srcOrd="0" destOrd="0" presId="urn:microsoft.com/office/officeart/2005/8/layout/hProcess11"/>
    <dgm:cxn modelId="{C5A05FF1-3419-4955-AB81-BD09F851C044}" type="presOf" srcId="{926AD410-F915-4051-BB8B-6799E86F79EF}" destId="{E82CA416-C1FA-4AC6-910C-0CEAD89F130C}" srcOrd="0" destOrd="0" presId="urn:microsoft.com/office/officeart/2005/8/layout/hProcess11"/>
    <dgm:cxn modelId="{AEB95FF1-694A-4A5D-B6F5-53C251542E14}" srcId="{926AD410-F915-4051-BB8B-6799E86F79EF}" destId="{A4897EE0-06EE-41AB-BAE1-1868C99E52E9}" srcOrd="1" destOrd="0" parTransId="{0FFE0F6B-F264-4E8A-840C-9FC9E99ADDA3}" sibTransId="{C7F68FCA-69BF-481A-93C7-EB0523EFEA35}"/>
    <dgm:cxn modelId="{8DA4AB04-78CB-41D5-A344-81CCAD0E2005}" type="presParOf" srcId="{E82CA416-C1FA-4AC6-910C-0CEAD89F130C}" destId="{EC1CDCF5-778D-4C6F-8215-77DB4D811C8A}" srcOrd="0" destOrd="0" presId="urn:microsoft.com/office/officeart/2005/8/layout/hProcess11"/>
    <dgm:cxn modelId="{BBEA66A9-795F-4861-906C-E3DBF5AD7A6D}" type="presParOf" srcId="{E82CA416-C1FA-4AC6-910C-0CEAD89F130C}" destId="{D79F54CD-8650-4C80-89B9-C4B921E37C23}" srcOrd="1" destOrd="0" presId="urn:microsoft.com/office/officeart/2005/8/layout/hProcess11"/>
    <dgm:cxn modelId="{91C01CB0-F6C1-4110-AD91-56DE4F59F17B}" type="presParOf" srcId="{D79F54CD-8650-4C80-89B9-C4B921E37C23}" destId="{3787AC69-5BA3-4D74-BF5F-496D5FB4BC7F}" srcOrd="0" destOrd="0" presId="urn:microsoft.com/office/officeart/2005/8/layout/hProcess11"/>
    <dgm:cxn modelId="{5CDC64ED-CB99-4ECB-AE1A-313597E560F8}" type="presParOf" srcId="{3787AC69-5BA3-4D74-BF5F-496D5FB4BC7F}" destId="{3D12B7CB-1AC0-4EB7-AA66-1747C76F4B76}" srcOrd="0" destOrd="0" presId="urn:microsoft.com/office/officeart/2005/8/layout/hProcess11"/>
    <dgm:cxn modelId="{9EB3DE86-70FE-4C44-A1F2-0AEED0AA717B}" type="presParOf" srcId="{3787AC69-5BA3-4D74-BF5F-496D5FB4BC7F}" destId="{13F95724-41F5-4946-8EDA-F48B74DF6D86}" srcOrd="1" destOrd="0" presId="urn:microsoft.com/office/officeart/2005/8/layout/hProcess11"/>
    <dgm:cxn modelId="{6E7FA218-A443-4748-8653-D067A4F88A30}" type="presParOf" srcId="{3787AC69-5BA3-4D74-BF5F-496D5FB4BC7F}" destId="{F1D4C8C7-FD1B-4EAE-A0EF-FDF66B1E3EAE}" srcOrd="2" destOrd="0" presId="urn:microsoft.com/office/officeart/2005/8/layout/hProcess11"/>
    <dgm:cxn modelId="{8DD6668C-BB25-4EA8-A097-CA22D117032C}" type="presParOf" srcId="{D79F54CD-8650-4C80-89B9-C4B921E37C23}" destId="{F789AA63-83B0-478C-B220-2974D4050E32}" srcOrd="1" destOrd="0" presId="urn:microsoft.com/office/officeart/2005/8/layout/hProcess11"/>
    <dgm:cxn modelId="{6B838186-C699-4B1F-8447-C3D3F4871D5C}" type="presParOf" srcId="{D79F54CD-8650-4C80-89B9-C4B921E37C23}" destId="{9FB7F920-7B3B-4CD6-95FC-09F0B8D226FF}" srcOrd="2" destOrd="0" presId="urn:microsoft.com/office/officeart/2005/8/layout/hProcess11"/>
    <dgm:cxn modelId="{90759140-142C-48A5-A1DB-D79010FE3ABF}" type="presParOf" srcId="{9FB7F920-7B3B-4CD6-95FC-09F0B8D226FF}" destId="{EF5378CC-CEC6-46E2-8C87-98471BEAC3BA}" srcOrd="0" destOrd="0" presId="urn:microsoft.com/office/officeart/2005/8/layout/hProcess11"/>
    <dgm:cxn modelId="{84325B16-828B-40E5-8512-96258FCEB411}" type="presParOf" srcId="{9FB7F920-7B3B-4CD6-95FC-09F0B8D226FF}" destId="{F00F34D5-FF0F-437E-B39B-3409166D3CF4}" srcOrd="1" destOrd="0" presId="urn:microsoft.com/office/officeart/2005/8/layout/hProcess11"/>
    <dgm:cxn modelId="{BCF0772E-7B12-435B-A990-A7EB4CE3D62E}" type="presParOf" srcId="{9FB7F920-7B3B-4CD6-95FC-09F0B8D226FF}" destId="{B7382B93-8F18-413D-8F6A-2CF9180E3714}" srcOrd="2" destOrd="0" presId="urn:microsoft.com/office/officeart/2005/8/layout/hProcess11"/>
    <dgm:cxn modelId="{3DA651D1-9D7B-4BEC-A9A9-7B9E7B3C2D79}" type="presParOf" srcId="{D79F54CD-8650-4C80-89B9-C4B921E37C23}" destId="{0498A052-9D94-4485-BD9B-805A6BE369DA}" srcOrd="3" destOrd="0" presId="urn:microsoft.com/office/officeart/2005/8/layout/hProcess11"/>
    <dgm:cxn modelId="{D631DAD7-A55E-4A3F-B48A-1BCED78DCC05}" type="presParOf" srcId="{D79F54CD-8650-4C80-89B9-C4B921E37C23}" destId="{C29EB48F-0AA0-414A-AA35-BF5C08F793F9}" srcOrd="4" destOrd="0" presId="urn:microsoft.com/office/officeart/2005/8/layout/hProcess11"/>
    <dgm:cxn modelId="{55533405-B08F-4B5E-B9BF-12D7F80C84EA}" type="presParOf" srcId="{C29EB48F-0AA0-414A-AA35-BF5C08F793F9}" destId="{67AFFDE2-515D-494A-80F9-0E8D0E33B294}" srcOrd="0" destOrd="0" presId="urn:microsoft.com/office/officeart/2005/8/layout/hProcess11"/>
    <dgm:cxn modelId="{00A53406-2F6E-4DB7-B949-12D2C030B121}" type="presParOf" srcId="{C29EB48F-0AA0-414A-AA35-BF5C08F793F9}" destId="{BDEF0DA9-2BAE-41FB-96CE-1A5740D61812}" srcOrd="1" destOrd="0" presId="urn:microsoft.com/office/officeart/2005/8/layout/hProcess11"/>
    <dgm:cxn modelId="{F4205842-5B55-4FA7-942C-13E8705F0E35}" type="presParOf" srcId="{C29EB48F-0AA0-414A-AA35-BF5C08F793F9}" destId="{03A66F84-E9CD-484F-897F-D17D217E489E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1CDCF5-778D-4C6F-8215-77DB4D811C8A}">
      <dsp:nvSpPr>
        <dsp:cNvPr id="0" name=""/>
        <dsp:cNvSpPr/>
      </dsp:nvSpPr>
      <dsp:spPr>
        <a:xfrm>
          <a:off x="0" y="667359"/>
          <a:ext cx="4540951" cy="831755"/>
        </a:xfrm>
        <a:prstGeom prst="notched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12B7CB-1AC0-4EB7-AA66-1747C76F4B76}">
      <dsp:nvSpPr>
        <dsp:cNvPr id="0" name=""/>
        <dsp:cNvSpPr/>
      </dsp:nvSpPr>
      <dsp:spPr>
        <a:xfrm>
          <a:off x="1995" y="0"/>
          <a:ext cx="1317053" cy="831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algun Gothic" panose="020B0503020000020004" pitchFamily="34" charset="-127"/>
              <a:ea typeface="Malgun Gothic" panose="020B0503020000020004" pitchFamily="34" charset="-127"/>
            </a:rPr>
            <a:t>1. </a:t>
          </a:r>
          <a:r>
            <a:rPr lang="en-US" sz="1600" b="1" kern="1200" dirty="0">
              <a:latin typeface="Malgun Gothic" panose="020B0503020000020004" pitchFamily="34" charset="-127"/>
              <a:ea typeface="Malgun Gothic" panose="020B0503020000020004" pitchFamily="34" charset="-127"/>
            </a:rPr>
            <a:t>Power Ring</a:t>
          </a:r>
          <a:endParaRPr lang="en-US" sz="1800" b="1" kern="1200" dirty="0">
            <a:latin typeface="Malgun Gothic" panose="020B0503020000020004" pitchFamily="34" charset="-127"/>
            <a:ea typeface="Malgun Gothic" panose="020B0503020000020004" pitchFamily="34" charset="-127"/>
          </a:endParaRPr>
        </a:p>
      </dsp:txBody>
      <dsp:txXfrm>
        <a:off x="1995" y="0"/>
        <a:ext cx="1317053" cy="831755"/>
      </dsp:txXfrm>
    </dsp:sp>
    <dsp:sp modelId="{13F95724-41F5-4946-8EDA-F48B74DF6D86}">
      <dsp:nvSpPr>
        <dsp:cNvPr id="0" name=""/>
        <dsp:cNvSpPr/>
      </dsp:nvSpPr>
      <dsp:spPr>
        <a:xfrm>
          <a:off x="556552" y="977000"/>
          <a:ext cx="207938" cy="20793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5378CC-CEC6-46E2-8C87-98471BEAC3BA}">
      <dsp:nvSpPr>
        <dsp:cNvPr id="0" name=""/>
        <dsp:cNvSpPr/>
      </dsp:nvSpPr>
      <dsp:spPr>
        <a:xfrm>
          <a:off x="1440322" y="0"/>
          <a:ext cx="1317053" cy="831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Malgun Gothic" panose="020B0503020000020004" pitchFamily="34" charset="-127"/>
              <a:ea typeface="Malgun Gothic" panose="020B0503020000020004" pitchFamily="34" charset="-127"/>
            </a:rPr>
            <a:t>2. Power Stripe</a:t>
          </a:r>
        </a:p>
      </dsp:txBody>
      <dsp:txXfrm>
        <a:off x="1440322" y="0"/>
        <a:ext cx="1317053" cy="831755"/>
      </dsp:txXfrm>
    </dsp:sp>
    <dsp:sp modelId="{F00F34D5-FF0F-437E-B39B-3409166D3CF4}">
      <dsp:nvSpPr>
        <dsp:cNvPr id="0" name=""/>
        <dsp:cNvSpPr/>
      </dsp:nvSpPr>
      <dsp:spPr>
        <a:xfrm>
          <a:off x="1945808" y="986524"/>
          <a:ext cx="207938" cy="207938"/>
        </a:xfrm>
        <a:prstGeom prst="ellipse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AFFDE2-515D-494A-80F9-0E8D0E33B294}">
      <dsp:nvSpPr>
        <dsp:cNvPr id="0" name=""/>
        <dsp:cNvSpPr/>
      </dsp:nvSpPr>
      <dsp:spPr>
        <a:xfrm>
          <a:off x="2767807" y="0"/>
          <a:ext cx="1317053" cy="831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Malgun Gothic" panose="020B0503020000020004" pitchFamily="34" charset="-127"/>
              <a:ea typeface="Malgun Gothic" panose="020B0503020000020004" pitchFamily="34" charset="-127"/>
            </a:rPr>
            <a:t>3. </a:t>
          </a:r>
          <a:r>
            <a:rPr lang="en-US" sz="1600" b="1" kern="1200" dirty="0">
              <a:latin typeface="Malgun Gothic" panose="020B0503020000020004" pitchFamily="34" charset="-127"/>
              <a:ea typeface="Malgun Gothic" panose="020B0503020000020004" pitchFamily="34" charset="-127"/>
            </a:rPr>
            <a:t>Power Rail</a:t>
          </a:r>
          <a:endParaRPr lang="en-US" sz="1800" b="1" kern="1200" dirty="0">
            <a:latin typeface="Malgun Gothic" panose="020B0503020000020004" pitchFamily="34" charset="-127"/>
            <a:ea typeface="Malgun Gothic" panose="020B0503020000020004" pitchFamily="34" charset="-127"/>
          </a:endParaRPr>
        </a:p>
      </dsp:txBody>
      <dsp:txXfrm>
        <a:off x="2767807" y="0"/>
        <a:ext cx="1317053" cy="831755"/>
      </dsp:txXfrm>
    </dsp:sp>
    <dsp:sp modelId="{BDEF0DA9-2BAE-41FB-96CE-1A5740D61812}">
      <dsp:nvSpPr>
        <dsp:cNvPr id="0" name=""/>
        <dsp:cNvSpPr/>
      </dsp:nvSpPr>
      <dsp:spPr>
        <a:xfrm>
          <a:off x="3319189" y="980174"/>
          <a:ext cx="207938" cy="207938"/>
        </a:xfrm>
        <a:prstGeom prst="ellipse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476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835F7-304D-41DB-5D74-16FE1A8E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F190A5-EAB0-4638-84A1-4716CF8AA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CE2E02-EB1C-83BF-E60C-86B3E96FA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6F995A-2674-8B4C-DC17-818D08E6B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886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A7243-F8C8-7F82-7D2C-09A3C9625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946518-CEE7-0E26-AE45-A395FB4A4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EF6499-0661-3C2E-64D8-0FFEDD6B4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242B7C-7156-B0CA-7BC6-D3FEF9517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036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42F46-2B98-0AFC-F7E8-38E34B6DE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6830C3-AA70-B047-A0FE-5117D0888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CE69FC-2358-F3D6-4D3F-29E0820BC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9D0E9A-73CE-C244-3257-5824208CF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916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DC6E5-0051-1CAC-83D6-E9B78D711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7F916C-BEF9-BAD5-C896-40003EDDF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C82B56-79BC-9315-A429-9408A3AAA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AA3750-7EF9-1774-C6A2-A8A95E7C8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5586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6F173-8ECC-16BC-C252-814A08A40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E5F385-F9C4-3EDB-2D96-81EC3205C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9CFDBC-61D8-A5A8-F688-F5E402A47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FC9276-BF7E-9775-68B5-D4E245957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7206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94FBE-EA12-4914-42BB-E5C08405F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DEED5B-650A-E0CB-BAD5-E4D4CE150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667069-8C89-BA33-21FD-EFB66A0AC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351453-BA87-43AE-2EE0-5AE8BFD79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274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494D9-892B-D058-5BE7-C000DAE0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F39B2C-BE01-BD8C-0FC0-E6387B5D0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1D6C01-E8C3-591A-24AC-42415C18F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8FE550-6A94-79A7-F74A-A2FD0BAC6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325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D7D0B-108A-AD38-0469-353AAEA94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994656-F480-38B6-CC5D-2F55A414F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77B0F3-0FAA-94AB-6D79-B8791044E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DD1BE6-A61A-423C-4026-4B48EEE17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470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367E5-2938-766D-F25B-389B6EB56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312DCC-5E44-C82F-9262-F83DC82D9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AB283D-E208-41E1-E82F-D7B649804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8CE223-559E-D814-1735-E39778066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552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6BA4-00BC-B781-8ADE-409123BF1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B7880A-2592-4916-0399-04EC95941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8F5EB7-A8DC-7F0A-DAA9-0E3D63F8B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B02772-618C-736D-4706-036E174EAB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1053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63EFB-98CD-7EF5-6D88-2A680FCD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94BFF7-CF05-1912-E8E1-9CC0D31B8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449EEE-9BED-E8DA-3B76-5CA6DFC72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2D44C2-A4AD-21C4-5022-B68F8CE8E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7636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5A068-5A27-8087-FC3C-2C776E549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E3E236-EED6-6ACB-8E39-CD6D14484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C21986-102A-9FC8-09AE-22700D8A2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3AF9E-A210-9E8C-AFBB-56D3A11D05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5903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B208-80D3-C623-3D33-8EA60A3A0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D6FC62-7C8C-D6F9-A3F7-1C96F9132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EC948F-1484-53F1-A85C-D85D1E027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632883-AF08-27D8-1CEC-ABDA7DB4C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8693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2BF13-27A7-9858-4D95-40384F040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97691E-78C7-AEE1-4078-2CFD09E25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081828-66EB-0BD4-46A9-AFC83F564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E62D85-7D0C-BDDD-8CE1-5FE390CCFC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6122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27A5B-2D3B-BA31-1E0A-BE7192BE3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060877-8E92-5CAE-18D7-8F624B7D4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0E9ACF-77F3-CD3A-6A10-21562D21F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49000-210A-19FB-2FBB-BC3BED5F7B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789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6BEF-ADBD-CB3A-DEDA-81DB9FF07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B85673-2A97-C2FA-918F-FBC43FA71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18C748-3530-ABD4-234F-037D6B2E5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AF0E26-A4CC-D5F2-7E79-643DAC1FB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6591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A5572-E721-5E3F-B567-89F21DC3D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B54498-1D75-2967-DE49-238E3AB94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8785F0-1147-DD05-4C00-AE357CEBD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89E55E-3704-E4AB-40CF-651126ADB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4009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690C8-D3A3-1AF1-27D8-7E8C354FC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FE88E5-A4A6-0979-A9DE-C2A0AC5B2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9E4684-D00D-6798-9EC8-F4D1960A3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292FB1-293E-6325-4A9D-41C88972C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4621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B6377-011B-F474-4237-9EBE4CFB2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D8A908-0031-9481-F0AD-FF6118C3E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F73D40-A8D7-567C-6B3E-135906FC8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7CFB8-E0C4-FCF0-C1FA-230F430EF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4802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CA99F-DC2B-C148-758E-092F61ACB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8E55B1-93BA-9714-1CD1-480A1B8F6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6C74EF-FEA5-F544-5665-162CC3107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08FEBF-D39F-7AEF-710D-EDE29B5424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3394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DFE84-2C3E-A3DE-7DEB-F699228EF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CD660A-02B9-501C-C619-FD6A3B860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E5BCAA-B3CA-70E4-B6F6-752E67C84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7E0E66-D5EE-5C01-2118-1565868B3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8001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42CB5-1A6A-B577-2136-3D3E4756D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27433E-99DE-8F11-52F6-CD2FDC8C6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611BC7-25F9-D037-A166-FAF88C4D1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C49F4C-C8B7-FFCA-082B-81556DECE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5104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38B39-0E2E-0A43-BBCF-C6C174E49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AC462F-C1A0-7636-9D47-0B5F35AD1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FF2485-77CB-8926-3512-37286972F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98D97A-FD8B-0425-D763-86D220558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5426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10A15-8D85-B313-E55A-A6F42CB08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CCB0D7-0223-83B5-CFB3-9A1DBC8B7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81D18A-2453-91DC-346B-FD4E20530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5D2F9D-B68E-3E66-38FD-664891B76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18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-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17237-B3FB-4132-840C-A7CA79881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1097281"/>
            <a:ext cx="5649687" cy="5395594"/>
          </a:xfrm>
        </p:spPr>
        <p:txBody>
          <a:bodyPr/>
          <a:lstStyle>
            <a:lvl1pPr>
              <a:spcBef>
                <a:spcPts val="1600"/>
              </a:spcBef>
              <a:spcAft>
                <a:spcPts val="300"/>
              </a:spcAft>
              <a:defRPr sz="20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spcAft>
                <a:spcPts val="300"/>
              </a:spcAft>
              <a:defRPr sz="1600">
                <a:solidFill>
                  <a:schemeClr val="tx1"/>
                </a:solidFill>
              </a:defRPr>
            </a:lvl2pPr>
            <a:lvl3pPr marL="1200150" indent="-285750">
              <a:spcBef>
                <a:spcPts val="400"/>
              </a:spcBef>
              <a:spcAft>
                <a:spcPts val="300"/>
              </a:spcAft>
              <a:buFont typeface="Rubik Light" panose="00000400000000000000" pitchFamily="2" charset="-79"/>
              <a:buChar char="–"/>
              <a:defRPr sz="1400">
                <a:solidFill>
                  <a:schemeClr val="tx1"/>
                </a:solidFill>
              </a:defRPr>
            </a:lvl3pPr>
            <a:lvl4pPr marL="1652588" indent="-280988">
              <a:spcBef>
                <a:spcPts val="400"/>
              </a:spcBef>
              <a:spcAft>
                <a:spcPts val="30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3374ED-F4A9-4BE8-BA9B-8F72F3B9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8854C1E-BAF8-4D9C-8A7D-79B69E538C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41165" y="1222513"/>
            <a:ext cx="5404747" cy="5157650"/>
          </a:xfrm>
          <a:ln w="25400">
            <a:gradFill flip="none" rotWithShape="1">
              <a:gsLst>
                <a:gs pos="50000">
                  <a:srgbClr val="84DB0F"/>
                </a:gs>
                <a:gs pos="0">
                  <a:schemeClr val="accent3"/>
                </a:gs>
                <a:gs pos="100000">
                  <a:srgbClr val="2DCCD3"/>
                </a:gs>
              </a:gsLst>
              <a:lin ang="2700000" scaled="1"/>
              <a:tileRect/>
            </a:gra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0905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8BB276-0CD1-F32D-026F-7D009A02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419F2-6C39-6582-0368-B3CAC9D20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806336"/>
            <a:ext cx="11310257" cy="5370628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>
              <a:buClr>
                <a:schemeClr val="tx1">
                  <a:lumMod val="75000"/>
                  <a:lumOff val="25000"/>
                </a:schemeClr>
              </a:buClr>
              <a:defRPr/>
            </a:lvl1pPr>
            <a:lvl2pPr>
              <a:buClr>
                <a:schemeClr val="tx1">
                  <a:lumMod val="75000"/>
                  <a:lumOff val="25000"/>
                </a:schemeClr>
              </a:buClr>
              <a:defRPr/>
            </a:lvl2pPr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  <a:lvl4pPr>
              <a:buClr>
                <a:schemeClr val="tx1">
                  <a:lumMod val="75000"/>
                  <a:lumOff val="25000"/>
                </a:schemeClr>
              </a:buClr>
              <a:defRPr/>
            </a:lvl4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48760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본문 (내용+사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C01E5A-B7D4-D4AA-4A47-19BED822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3" y="198272"/>
            <a:ext cx="11310257" cy="51984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FD236C4-606D-6FF3-C077-173A57077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806336"/>
            <a:ext cx="5649687" cy="5370628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33404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ue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24878" y="3250259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E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0081F44-42FC-E9BA-2C1B-46591F8B454D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C27530E-1CA3-2E4B-8ED8-AE1F6842393F}"/>
              </a:ext>
            </a:extLst>
          </p:cNvPr>
          <p:cNvCxnSpPr>
            <a:cxnSpLocks/>
          </p:cNvCxnSpPr>
          <p:nvPr userDrawn="1"/>
        </p:nvCxnSpPr>
        <p:spPr>
          <a:xfrm>
            <a:off x="786870" y="3937000"/>
            <a:ext cx="337873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96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  <p:sldLayoutId id="2147483675" r:id="rId14"/>
    <p:sldLayoutId id="2147483676" r:id="rId15"/>
    <p:sldLayoutId id="2147483677" r:id="rId1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9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9733566" cy="747774"/>
          </a:xfrm>
        </p:spPr>
        <p:txBody>
          <a:bodyPr/>
          <a:lstStyle/>
          <a:p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SoC 102: Implementation</a:t>
            </a:r>
            <a:endParaRPr lang="ko-KR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/>
              <a:t>Session3</a:t>
            </a:r>
            <a:r>
              <a:rPr lang="en-US" altLang="ko-KR" dirty="0"/>
              <a:t> : </a:t>
            </a:r>
            <a:r>
              <a:rPr lang="en-US" altLang="ko-KR" b="1" dirty="0"/>
              <a:t>A</a:t>
            </a:r>
            <a:r>
              <a:rPr lang="en-US" altLang="ko-KR" dirty="0"/>
              <a:t>uto </a:t>
            </a:r>
            <a:r>
              <a:rPr lang="en-US" altLang="ko-KR" b="1" dirty="0"/>
              <a:t>P</a:t>
            </a:r>
            <a:r>
              <a:rPr lang="en-US" altLang="ko-KR" dirty="0"/>
              <a:t>lace and </a:t>
            </a:r>
            <a:r>
              <a:rPr lang="en-US" altLang="ko-KR" b="1" dirty="0"/>
              <a:t>R</a:t>
            </a:r>
            <a:r>
              <a:rPr lang="en-US" altLang="ko-KR" dirty="0"/>
              <a:t>oute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1. Auto Place and Route(APR) Flow</a:t>
            </a:r>
          </a:p>
        </p:txBody>
      </p:sp>
    </p:spTree>
    <p:extLst>
      <p:ext uri="{BB962C8B-B14F-4D97-AF65-F5344CB8AC3E}">
        <p14:creationId xmlns:p14="http://schemas.microsoft.com/office/powerpoint/2010/main" val="365783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8A9F-A69B-C63B-C8C5-1F6B91B3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619D44-A9B6-E0C8-AB34-CB1E3E08BC0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Notion of Implementation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7160EEB-49D3-FE05-96DC-A04141A86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76" y="1597025"/>
            <a:ext cx="8162755" cy="437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386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23E92-4312-48A1-89A2-337C6ED0D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6731FC-4C01-3D2B-B427-20A0360C8A4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Implementation Flow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465C9A-BDF8-558E-3540-B38A7613D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597" y="1789402"/>
            <a:ext cx="8625214" cy="40862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ACB0FB0-4213-4535-BF2C-165BCAA6BE0A}"/>
              </a:ext>
            </a:extLst>
          </p:cNvPr>
          <p:cNvSpPr/>
          <p:nvPr/>
        </p:nvSpPr>
        <p:spPr>
          <a:xfrm>
            <a:off x="4442527" y="4224042"/>
            <a:ext cx="5842450" cy="744468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60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7542D-1C32-6C08-7A15-5F4C58863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95724D-F201-5B8F-AD3A-CC8307B9916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Input Files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D2F4BDE-B9F4-73A0-F31B-3226D6F05FA1}"/>
              </a:ext>
            </a:extLst>
          </p:cNvPr>
          <p:cNvGrpSpPr/>
          <p:nvPr/>
        </p:nvGrpSpPr>
        <p:grpSpPr>
          <a:xfrm>
            <a:off x="1785937" y="1009502"/>
            <a:ext cx="9363075" cy="5196325"/>
            <a:chOff x="2489007" y="1625600"/>
            <a:chExt cx="7417185" cy="4116393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46C6A20E-98AD-A595-29D1-19044A21E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9007" y="1625600"/>
              <a:ext cx="7417185" cy="4116393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A3FBAFB-E78D-299F-C7B4-5D36D793AE4E}"/>
                </a:ext>
              </a:extLst>
            </p:cNvPr>
            <p:cNvSpPr/>
            <p:nvPr/>
          </p:nvSpPr>
          <p:spPr>
            <a:xfrm>
              <a:off x="8737600" y="3479800"/>
              <a:ext cx="1168592" cy="16446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9096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25364-F997-FA87-8918-4B8BA1B33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DD0743-1CBD-772D-1993-A7C69146505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Floor Plan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8A82BBE-4A11-8407-3674-2FD7A4152B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103562" y="1077974"/>
            <a:ext cx="5984875" cy="512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39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B5B2B-415F-1926-5489-28325BEC7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E36138-29A9-3110-45B1-9A14787E264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Power Plan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880DA621-49EC-40CB-229E-8EE10122A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5" y="2041862"/>
            <a:ext cx="6987152" cy="3697286"/>
          </a:xfrm>
          <a:prstGeom prst="rect">
            <a:avLst/>
          </a:prstGeom>
        </p:spPr>
      </p:pic>
      <p:graphicFrame>
        <p:nvGraphicFramePr>
          <p:cNvPr id="9" name="Diagram 5">
            <a:extLst>
              <a:ext uri="{FF2B5EF4-FFF2-40B4-BE49-F238E27FC236}">
                <a16:creationId xmlns:a16="http://schemas.microsoft.com/office/drawing/2014/main" id="{47DC3A98-D84C-6AF1-3C20-C1F3B4FA42BB}"/>
              </a:ext>
            </a:extLst>
          </p:cNvPr>
          <p:cNvGraphicFramePr/>
          <p:nvPr/>
        </p:nvGraphicFramePr>
        <p:xfrm>
          <a:off x="7318973" y="2933244"/>
          <a:ext cx="4540951" cy="20793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18060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8194B-E805-6580-0D34-4893FFDE3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741CA2-52F7-56EF-1197-0AD20267CAD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Placement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2D65739-AEFF-B727-AC15-EECE098FAC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9001" y="1481409"/>
            <a:ext cx="10121900" cy="424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20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B86A0-CBD9-6B13-0C5A-822C5EB91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32B1C8-EAD2-5A01-4427-EED3C90BE6B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147BD1"/>
                </a:solidFill>
              </a:rPr>
              <a:t>Routing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06DDBC5-352D-992B-5659-2029B2BA7B71}"/>
              </a:ext>
            </a:extLst>
          </p:cNvPr>
          <p:cNvGrpSpPr/>
          <p:nvPr/>
        </p:nvGrpSpPr>
        <p:grpSpPr>
          <a:xfrm>
            <a:off x="1746703" y="1270000"/>
            <a:ext cx="8876392" cy="5049931"/>
            <a:chOff x="1746703" y="1270000"/>
            <a:chExt cx="8876392" cy="5049931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52D5BA3-A28B-107A-5208-BE87D67E7316}"/>
                </a:ext>
              </a:extLst>
            </p:cNvPr>
            <p:cNvGrpSpPr/>
            <p:nvPr/>
          </p:nvGrpSpPr>
          <p:grpSpPr>
            <a:xfrm>
              <a:off x="1746704" y="1270000"/>
              <a:ext cx="8876391" cy="4935827"/>
              <a:chOff x="1657804" y="1270000"/>
              <a:chExt cx="8876391" cy="4935827"/>
            </a:xfrm>
          </p:grpSpPr>
          <p:pic>
            <p:nvPicPr>
              <p:cNvPr id="4" name="내용 개체 틀 4">
                <a:extLst>
                  <a:ext uri="{FF2B5EF4-FFF2-40B4-BE49-F238E27FC236}">
                    <a16:creationId xmlns:a16="http://schemas.microsoft.com/office/drawing/2014/main" id="{BAF3B49B-E52F-D9F2-BCD8-0003E8E637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57804" y="1406329"/>
                <a:ext cx="8876391" cy="4799498"/>
              </a:xfrm>
              <a:prstGeom prst="rect">
                <a:avLst/>
              </a:prstGeom>
            </p:spPr>
          </p:pic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FB22B29E-9A64-CB60-0EB9-7BAD97920137}"/>
                  </a:ext>
                </a:extLst>
              </p:cNvPr>
              <p:cNvSpPr/>
              <p:nvPr/>
            </p:nvSpPr>
            <p:spPr>
              <a:xfrm>
                <a:off x="3898900" y="1270000"/>
                <a:ext cx="520700" cy="2413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1F16EA3-B2E4-3E3F-A1B2-C5D58F62CBB3}"/>
                </a:ext>
              </a:extLst>
            </p:cNvPr>
            <p:cNvSpPr/>
            <p:nvPr/>
          </p:nvSpPr>
          <p:spPr>
            <a:xfrm>
              <a:off x="1746703" y="6078631"/>
              <a:ext cx="815521" cy="241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9528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55D48-C677-849D-81E4-36DCF2FA0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BC3741-1F5D-229D-3434-6066795EB23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147BD1"/>
                </a:solidFill>
              </a:rPr>
              <a:t>Adding Filler and Chip Finish</a:t>
            </a:r>
            <a:endParaRPr lang="ko-KR" altLang="en-US" b="1" dirty="0">
              <a:solidFill>
                <a:srgbClr val="147BD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13E666E-4482-2E0B-DEA1-C9800D36C0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93520" y="2459650"/>
            <a:ext cx="4602480" cy="27492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7ED1498-CAA7-BC33-6B6D-152F2DE07C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486861" y="2214264"/>
            <a:ext cx="4801270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33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E06C08-7D88-4F9F-802D-8870CBF89E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F7CC8-72E8-4922-93D1-1EE87AF8CFB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9BC207-E668-475B-A270-4E48641F8931}"/>
              </a:ext>
            </a:extLst>
          </p:cNvPr>
          <p:cNvSpPr txBox="1">
            <a:spLocks/>
          </p:cNvSpPr>
          <p:nvPr/>
        </p:nvSpPr>
        <p:spPr>
          <a:xfrm>
            <a:off x="184639" y="4935172"/>
            <a:ext cx="11195050" cy="712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2. Interactive APR</a:t>
            </a:r>
          </a:p>
        </p:txBody>
      </p:sp>
    </p:spTree>
    <p:extLst>
      <p:ext uri="{BB962C8B-B14F-4D97-AF65-F5344CB8AC3E}">
        <p14:creationId xmlns:p14="http://schemas.microsoft.com/office/powerpoint/2010/main" val="1507614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4D18F-B0EC-D695-C9D0-BA6E09169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71631A4C-CF10-BA02-7DA0-57ABC4DC47DE}"/>
              </a:ext>
            </a:extLst>
          </p:cNvPr>
          <p:cNvSpPr txBox="1">
            <a:spLocks/>
          </p:cNvSpPr>
          <p:nvPr/>
        </p:nvSpPr>
        <p:spPr>
          <a:xfrm>
            <a:off x="730538" y="3280424"/>
            <a:ext cx="7688263" cy="500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 spc="-150">
                <a:solidFill>
                  <a:srgbClr val="147E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/>
              <a:t>Init Design</a:t>
            </a:r>
          </a:p>
        </p:txBody>
      </p:sp>
    </p:spTree>
    <p:extLst>
      <p:ext uri="{BB962C8B-B14F-4D97-AF65-F5344CB8AC3E}">
        <p14:creationId xmlns:p14="http://schemas.microsoft.com/office/powerpoint/2010/main" val="347315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C7A92-8708-03C6-BCF3-520CF1DC8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104D42-A2F6-85D7-329D-6C4D8095AB6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Import Design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7758DA-3455-45D3-E1EB-4623A459E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7853" y="1448749"/>
            <a:ext cx="4256317" cy="4461840"/>
          </a:xfrm>
          <a:prstGeom prst="rect">
            <a:avLst/>
          </a:prstGeom>
          <a:ln w="25400">
            <a:gradFill>
              <a:gsLst>
                <a:gs pos="0">
                  <a:srgbClr val="1DCAD3"/>
                </a:gs>
                <a:gs pos="100000">
                  <a:srgbClr val="93DA49"/>
                </a:gs>
              </a:gsLst>
              <a:lin ang="0" scaled="0"/>
            </a:gradFill>
          </a:ln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E03EEE0-256E-46B2-308E-8DE118F56F82}"/>
              </a:ext>
            </a:extLst>
          </p:cNvPr>
          <p:cNvGrpSpPr/>
          <p:nvPr/>
        </p:nvGrpSpPr>
        <p:grpSpPr>
          <a:xfrm>
            <a:off x="664948" y="1448749"/>
            <a:ext cx="5133357" cy="4461841"/>
            <a:chOff x="957057" y="2058213"/>
            <a:chExt cx="4695800" cy="408152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A689D1A-0714-4127-069A-151759044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57057" y="2058213"/>
              <a:ext cx="4695800" cy="4081523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4DAA429-FD7A-2D77-2E04-03667FA05541}"/>
                </a:ext>
              </a:extLst>
            </p:cNvPr>
            <p:cNvSpPr/>
            <p:nvPr/>
          </p:nvSpPr>
          <p:spPr>
            <a:xfrm>
              <a:off x="973930" y="2349835"/>
              <a:ext cx="795337" cy="154780"/>
            </a:xfrm>
            <a:prstGeom prst="rect">
              <a:avLst/>
            </a:prstGeom>
            <a:solidFill>
              <a:srgbClr val="93DA49">
                <a:alpha val="30000"/>
              </a:srgbClr>
            </a:solidFill>
            <a:ln w="28575">
              <a:solidFill>
                <a:srgbClr val="EA00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271D577-F62E-D317-6E22-486734F1A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2" t="7395" r="83125" b="61234"/>
            <a:stretch>
              <a:fillRect/>
            </a:stretch>
          </p:blipFill>
          <p:spPr>
            <a:xfrm>
              <a:off x="2203883" y="2775589"/>
              <a:ext cx="1476313" cy="2473665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E6DF675C-2795-5864-C62F-D35B61404AC4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1769267" y="2427224"/>
              <a:ext cx="434616" cy="348364"/>
            </a:xfrm>
            <a:prstGeom prst="straightConnector1">
              <a:avLst/>
            </a:prstGeom>
            <a:ln w="38100">
              <a:solidFill>
                <a:srgbClr val="EA002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4633915-B972-1E80-C71D-A1B8153D6FB5}"/>
              </a:ext>
            </a:extLst>
          </p:cNvPr>
          <p:cNvSpPr/>
          <p:nvPr/>
        </p:nvSpPr>
        <p:spPr>
          <a:xfrm>
            <a:off x="6038314" y="3343195"/>
            <a:ext cx="838227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3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2EC5D-0178-01B4-B23F-ACBD02F5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41A9172F-96CB-D617-289A-D6FC6B557616}"/>
              </a:ext>
            </a:extLst>
          </p:cNvPr>
          <p:cNvSpPr/>
          <p:nvPr/>
        </p:nvSpPr>
        <p:spPr>
          <a:xfrm>
            <a:off x="7458075" y="3549836"/>
            <a:ext cx="475993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E1A116-E0D0-5FA1-1A2D-4C908DB65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846" y="2095499"/>
            <a:ext cx="3157504" cy="3392385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88A5B90-44C3-01EF-25BA-34872BC5B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80" y="2070100"/>
            <a:ext cx="3961389" cy="3443184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B414AD-0166-0B21-7FC0-F380EF92D0FF}"/>
              </a:ext>
            </a:extLst>
          </p:cNvPr>
          <p:cNvSpPr/>
          <p:nvPr/>
        </p:nvSpPr>
        <p:spPr>
          <a:xfrm>
            <a:off x="873808" y="2334539"/>
            <a:ext cx="927100" cy="84811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B77F7BE-8365-E7FA-DABD-70C39C941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4031" y="2070100"/>
            <a:ext cx="3961389" cy="3443184"/>
          </a:xfrm>
          <a:prstGeom prst="rect">
            <a:avLst/>
          </a:prstGeom>
          <a:ln w="28575">
            <a:gradFill>
              <a:gsLst>
                <a:gs pos="0">
                  <a:srgbClr val="1DCAD3"/>
                </a:gs>
                <a:gs pos="100000">
                  <a:srgbClr val="93DA49"/>
                </a:gs>
              </a:gsLst>
              <a:lin ang="0" scaled="0"/>
            </a:gradFill>
          </a:ln>
        </p:spPr>
      </p:pic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929C0252-674D-E4FE-D0B1-F426F82F544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80682" y="618891"/>
            <a:ext cx="7688263" cy="500352"/>
          </a:xfrm>
        </p:spPr>
        <p:txBody>
          <a:bodyPr/>
          <a:lstStyle/>
          <a:p>
            <a:r>
              <a:rPr lang="en-US" altLang="ko-KR" dirty="0"/>
              <a:t>Specify Floorplan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0F74368-0A80-94D7-A547-F031DF548DDD}"/>
              </a:ext>
            </a:extLst>
          </p:cNvPr>
          <p:cNvCxnSpPr>
            <a:cxnSpLocks/>
            <a:stCxn id="15" idx="3"/>
            <a:endCxn id="5" idx="1"/>
          </p:cNvCxnSpPr>
          <p:nvPr/>
        </p:nvCxnSpPr>
        <p:spPr>
          <a:xfrm>
            <a:off x="1800908" y="2376945"/>
            <a:ext cx="2403938" cy="1414747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054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58226-703F-85D1-8946-201C91DF4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531071-5D29-AF8C-91BE-D36BD4F4FB1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it-IT" altLang="ko-KR" dirty="0"/>
              <a:t>Pin Location </a:t>
            </a:r>
            <a:r>
              <a:rPr lang="ko-KR" altLang="en-US" dirty="0"/>
              <a:t>작성</a:t>
            </a:r>
            <a:r>
              <a:rPr lang="en-US" altLang="ko-KR" dirty="0"/>
              <a:t>(Option)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E881075-469D-874E-77FB-AE4B586AD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0589" y="1332908"/>
            <a:ext cx="4940648" cy="5053302"/>
          </a:xfrm>
          <a:prstGeom prst="rect">
            <a:avLst/>
          </a:prstGeom>
          <a:ln w="28575"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5F92CA0-960A-F83D-27AB-7CCB927296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8037" y="1332908"/>
            <a:ext cx="4935158" cy="5053302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2248511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4DE6D-E0D1-83B3-0E36-91C7A3554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3D06BB-EA74-BA98-A56B-9B6B46F1713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Load IO(Option)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80B3A9C-84D0-778C-E6BB-50219FBCB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662" y="1555158"/>
            <a:ext cx="4705091" cy="4089600"/>
          </a:xfrm>
          <a:prstGeom prst="rect">
            <a:avLst/>
          </a:prstGeom>
          <a:ln w="28575">
            <a:gradFill>
              <a:gsLst>
                <a:gs pos="0">
                  <a:srgbClr val="1DCAD3"/>
                </a:gs>
                <a:gs pos="100000">
                  <a:srgbClr val="93DA49"/>
                </a:gs>
              </a:gsLst>
              <a:lin ang="0" scaled="0"/>
            </a:gradFill>
          </a:ln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6AE6903E-5C15-D56A-F6A8-535FA8C225EE}"/>
              </a:ext>
            </a:extLst>
          </p:cNvPr>
          <p:cNvSpPr/>
          <p:nvPr/>
        </p:nvSpPr>
        <p:spPr>
          <a:xfrm>
            <a:off x="5668323" y="3442414"/>
            <a:ext cx="797505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6BFED9D-2F3B-2688-896F-A2B4DB74B5BA}"/>
              </a:ext>
            </a:extLst>
          </p:cNvPr>
          <p:cNvGrpSpPr/>
          <p:nvPr/>
        </p:nvGrpSpPr>
        <p:grpSpPr>
          <a:xfrm>
            <a:off x="642794" y="1555158"/>
            <a:ext cx="4836508" cy="4089600"/>
            <a:chOff x="452294" y="1421808"/>
            <a:chExt cx="4836508" cy="4089600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C294A1F1-FE6F-9978-05E9-26CF9659B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52294" y="1421808"/>
              <a:ext cx="4705091" cy="408960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E86A2E3-F645-8E2D-F951-9EDA00CFE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79681" y="2650183"/>
              <a:ext cx="3209121" cy="2285183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C23C86D-967E-5F05-A0C3-35A120689672}"/>
                </a:ext>
              </a:extLst>
            </p:cNvPr>
            <p:cNvSpPr/>
            <p:nvPr/>
          </p:nvSpPr>
          <p:spPr>
            <a:xfrm>
              <a:off x="1258481" y="2490788"/>
              <a:ext cx="489357" cy="128587"/>
            </a:xfrm>
            <a:prstGeom prst="rect">
              <a:avLst/>
            </a:prstGeom>
            <a:solidFill>
              <a:srgbClr val="93DA49">
                <a:alpha val="30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A09E3AD4-FDD1-B0CF-C587-09A49484883E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>
              <a:off x="1747838" y="2555082"/>
              <a:ext cx="331843" cy="1237693"/>
            </a:xfrm>
            <a:prstGeom prst="straightConnector1">
              <a:avLst/>
            </a:prstGeom>
            <a:ln w="38100">
              <a:solidFill>
                <a:srgbClr val="EA002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8460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FDFD2-2FA0-86D4-F63F-486698DE5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EE0BF5F2-99DF-8E73-D59A-08C67E15E9E7}"/>
              </a:ext>
            </a:extLst>
          </p:cNvPr>
          <p:cNvSpPr txBox="1">
            <a:spLocks/>
          </p:cNvSpPr>
          <p:nvPr/>
        </p:nvSpPr>
        <p:spPr>
          <a:xfrm>
            <a:off x="730538" y="3280424"/>
            <a:ext cx="7688263" cy="500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 spc="-150">
                <a:solidFill>
                  <a:srgbClr val="147E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/>
              <a:t>Power Plan</a:t>
            </a:r>
          </a:p>
        </p:txBody>
      </p:sp>
    </p:spTree>
    <p:extLst>
      <p:ext uri="{BB962C8B-B14F-4D97-AF65-F5344CB8AC3E}">
        <p14:creationId xmlns:p14="http://schemas.microsoft.com/office/powerpoint/2010/main" val="3430270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B97DA-E311-0768-222B-E60F0AB4B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85C36C-D016-B827-D140-B7E7F4BDB51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8436" y="652173"/>
            <a:ext cx="7688263" cy="500352"/>
          </a:xfrm>
        </p:spPr>
        <p:txBody>
          <a:bodyPr/>
          <a:lstStyle/>
          <a:p>
            <a:r>
              <a:rPr lang="it-IT" dirty="0"/>
              <a:t>Connect Global Nets</a:t>
            </a:r>
            <a:endParaRPr lang="en-US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11BEE48-036E-5063-8DFC-A4495192A744}"/>
              </a:ext>
            </a:extLst>
          </p:cNvPr>
          <p:cNvGrpSpPr/>
          <p:nvPr/>
        </p:nvGrpSpPr>
        <p:grpSpPr>
          <a:xfrm>
            <a:off x="1735498" y="1523408"/>
            <a:ext cx="8721003" cy="661434"/>
            <a:chOff x="3294733" y="-297801"/>
            <a:chExt cx="7054563" cy="1350811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BF8ADBE-765D-E41A-A592-570700C87056}"/>
                </a:ext>
              </a:extLst>
            </p:cNvPr>
            <p:cNvSpPr/>
            <p:nvPr/>
          </p:nvSpPr>
          <p:spPr>
            <a:xfrm>
              <a:off x="3294733" y="-297801"/>
              <a:ext cx="7054563" cy="1350811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54000"/>
              </a:schemeClr>
            </a:solidFill>
            <a:ln w="6350">
              <a:solidFill>
                <a:srgbClr val="147E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+mj-lt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1D95EB3-D546-3028-E1EC-6C42ED36B3F0}"/>
                </a:ext>
              </a:extLst>
            </p:cNvPr>
            <p:cNvSpPr txBox="1"/>
            <p:nvPr/>
          </p:nvSpPr>
          <p:spPr>
            <a:xfrm>
              <a:off x="4386515" y="-93813"/>
              <a:ext cx="5322637" cy="9428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@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innovus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3&gt;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connect_global_net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VDD -type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pg_pin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-pin VDD –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inst_base_name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*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@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innovus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4&gt;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connect_global_net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VSS -type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pg_pin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-pin VSS –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inst_base_name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*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06DAAD76-A548-A35F-63DC-FED70DCFF752}"/>
              </a:ext>
            </a:extLst>
          </p:cNvPr>
          <p:cNvGrpSpPr/>
          <p:nvPr/>
        </p:nvGrpSpPr>
        <p:grpSpPr>
          <a:xfrm>
            <a:off x="1099683" y="2454125"/>
            <a:ext cx="4662472" cy="3559172"/>
            <a:chOff x="1811808" y="2613824"/>
            <a:chExt cx="4508454" cy="3441600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8DB59E93-164E-6E90-688D-8EA1E8443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1808" y="2613824"/>
              <a:ext cx="3839825" cy="3441600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E0D9078-FC49-C782-C686-69C83CFC3695}"/>
                </a:ext>
              </a:extLst>
            </p:cNvPr>
            <p:cNvSpPr/>
            <p:nvPr/>
          </p:nvSpPr>
          <p:spPr>
            <a:xfrm>
              <a:off x="2686050" y="2874004"/>
              <a:ext cx="674163" cy="86339"/>
            </a:xfrm>
            <a:prstGeom prst="rect">
              <a:avLst/>
            </a:prstGeom>
            <a:solidFill>
              <a:srgbClr val="93DA49">
                <a:alpha val="30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12D372BE-CC9D-55EA-2757-6EC297FB3831}"/>
                </a:ext>
              </a:extLst>
            </p:cNvPr>
            <p:cNvCxnSpPr>
              <a:cxnSpLocks/>
              <a:stCxn id="9" idx="3"/>
              <a:endCxn id="8" idx="1"/>
            </p:cNvCxnSpPr>
            <p:nvPr/>
          </p:nvCxnSpPr>
          <p:spPr>
            <a:xfrm>
              <a:off x="3360213" y="2917174"/>
              <a:ext cx="2960049" cy="1384232"/>
            </a:xfrm>
            <a:prstGeom prst="straightConnector1">
              <a:avLst/>
            </a:prstGeom>
            <a:ln w="38100">
              <a:solidFill>
                <a:srgbClr val="EA002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F0CDD3C-9317-8B6D-972F-BBCAF07C98F1}"/>
              </a:ext>
            </a:extLst>
          </p:cNvPr>
          <p:cNvGrpSpPr/>
          <p:nvPr/>
        </p:nvGrpSpPr>
        <p:grpSpPr>
          <a:xfrm>
            <a:off x="5762155" y="2454125"/>
            <a:ext cx="3916133" cy="3490466"/>
            <a:chOff x="6540368" y="2646655"/>
            <a:chExt cx="3916133" cy="3490466"/>
          </a:xfrm>
        </p:grpSpPr>
        <p:pic>
          <p:nvPicPr>
            <p:cNvPr id="8" name="그림 7" descr="텍스트, 스크린샷, 소프트웨어, 디스플레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879FCF2-8394-FDBA-B5C9-7FE6BBECA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40368" y="2646655"/>
              <a:ext cx="3916133" cy="3490466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23000"/>
              </a:schemeClr>
            </a:solidFill>
            <a:ln w="28575">
              <a:solidFill>
                <a:srgbClr val="EA0029"/>
              </a:solidFill>
            </a:ln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CFA3FC9-54DD-6CFF-F581-16DF7D883F00}"/>
                </a:ext>
              </a:extLst>
            </p:cNvPr>
            <p:cNvSpPr/>
            <p:nvPr/>
          </p:nvSpPr>
          <p:spPr>
            <a:xfrm>
              <a:off x="6655242" y="3227455"/>
              <a:ext cx="588615" cy="20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그림 10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2CA402-53DD-8F21-0935-0750F1AA8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857" y="3244160"/>
            <a:ext cx="3758753" cy="3350193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</p:spTree>
    <p:extLst>
      <p:ext uri="{BB962C8B-B14F-4D97-AF65-F5344CB8AC3E}">
        <p14:creationId xmlns:p14="http://schemas.microsoft.com/office/powerpoint/2010/main" val="2604164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78B3F-50ED-4D9E-3107-6B5106FC4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76449B13-4B04-09AC-FE6B-D29EF9D26694}"/>
              </a:ext>
            </a:extLst>
          </p:cNvPr>
          <p:cNvSpPr/>
          <p:nvPr/>
        </p:nvSpPr>
        <p:spPr>
          <a:xfrm>
            <a:off x="7434968" y="3429000"/>
            <a:ext cx="485726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F195B8-DFDE-DC24-FE46-6BAC8C9F957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it-IT" altLang="ko-KR" dirty="0"/>
              <a:t>Add Rings</a:t>
            </a:r>
            <a:endParaRPr lang="en-US" altLang="ko-KR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7074E80-4D28-9E80-E4AD-FBFC94ED0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51" y="1995714"/>
            <a:ext cx="3839825" cy="34416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70E3383-933A-97CE-B03A-F54124289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916" y="1994819"/>
            <a:ext cx="3959566" cy="3441600"/>
          </a:xfrm>
          <a:prstGeom prst="rect">
            <a:avLst/>
          </a:prstGeom>
          <a:ln w="28575">
            <a:gradFill>
              <a:gsLst>
                <a:gs pos="100000">
                  <a:srgbClr val="93DA49"/>
                </a:gs>
                <a:gs pos="0">
                  <a:srgbClr val="1DCAD3"/>
                </a:gs>
              </a:gsLst>
              <a:lin ang="0" scaled="0"/>
            </a:gra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89B566D-D33A-11FB-B536-09F0CEC58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1776" y="1994818"/>
            <a:ext cx="3139255" cy="321747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71175FB-B471-AA11-BA96-E764ED0C2E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95289" y="3849253"/>
            <a:ext cx="2879358" cy="2951102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C0B32AE-EEC4-5E15-7CE0-492CED9AFCEA}"/>
              </a:ext>
            </a:extLst>
          </p:cNvPr>
          <p:cNvSpPr/>
          <p:nvPr/>
        </p:nvSpPr>
        <p:spPr>
          <a:xfrm>
            <a:off x="1707430" y="2670473"/>
            <a:ext cx="697194" cy="89289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A1407B0-98AA-D854-96A3-535C661B86A9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2404624" y="2715118"/>
            <a:ext cx="1597152" cy="888438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471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3A872-9B88-34AC-D055-099473748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61BBD7-B7CA-25FE-2693-D55B275AC00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4713" y="651296"/>
            <a:ext cx="7688263" cy="500352"/>
          </a:xfrm>
        </p:spPr>
        <p:txBody>
          <a:bodyPr/>
          <a:lstStyle/>
          <a:p>
            <a:r>
              <a:rPr lang="it-IT" altLang="ko-KR" dirty="0"/>
              <a:t>Add Stripes</a:t>
            </a:r>
            <a:endParaRPr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C172BA1-2A78-5AA4-AED7-830941716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17" y="1983609"/>
            <a:ext cx="3959566" cy="34416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697A3A2-83A9-470C-4318-07E306A6F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50317" y="1983609"/>
            <a:ext cx="3959566" cy="3441599"/>
          </a:xfrm>
          <a:prstGeom prst="rect">
            <a:avLst/>
          </a:prstGeom>
          <a:ln w="28575">
            <a:gradFill>
              <a:gsLst>
                <a:gs pos="0">
                  <a:srgbClr val="1DCAD3"/>
                </a:gs>
                <a:gs pos="100000">
                  <a:srgbClr val="93DA49"/>
                </a:gs>
              </a:gsLst>
              <a:lin ang="0" scaled="0"/>
            </a:gra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A0F5C3E-266A-B074-4D9F-E3F1EFCABA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4383" y="1983609"/>
            <a:ext cx="2807736" cy="3078249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ABBF2276-A24F-0588-7E4C-18D7BAC793AC}"/>
              </a:ext>
            </a:extLst>
          </p:cNvPr>
          <p:cNvSpPr/>
          <p:nvPr/>
        </p:nvSpPr>
        <p:spPr>
          <a:xfrm>
            <a:off x="7480300" y="3429741"/>
            <a:ext cx="526365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1FEB35C-9033-AFE7-25AD-1E45042244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236365"/>
            <a:ext cx="2533320" cy="2777395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FD36B02-8D26-CB06-6513-B518CF53E893}"/>
              </a:ext>
            </a:extLst>
          </p:cNvPr>
          <p:cNvSpPr/>
          <p:nvPr/>
        </p:nvSpPr>
        <p:spPr>
          <a:xfrm>
            <a:off x="1801406" y="2732843"/>
            <a:ext cx="697194" cy="89289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0C29C7F-9CA6-3B11-EC9F-12E1E09225D7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2498600" y="2777488"/>
            <a:ext cx="1655783" cy="745246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648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7483-784C-F4D7-23EB-3F5E501D9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526B75-D726-27C2-1DCA-5CDB7C4BF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2294" y="636520"/>
            <a:ext cx="8400762" cy="77503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dirty="0" err="1"/>
              <a:t>SRoute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4970145-7E10-5B9C-BEE0-5A69BCD37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310" y="2115003"/>
            <a:ext cx="3959566" cy="3441599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F579ABA3-316E-DCDC-B71C-466631119E05}"/>
              </a:ext>
            </a:extLst>
          </p:cNvPr>
          <p:cNvGrpSpPr/>
          <p:nvPr/>
        </p:nvGrpSpPr>
        <p:grpSpPr>
          <a:xfrm>
            <a:off x="5299394" y="2115002"/>
            <a:ext cx="6273296" cy="3441601"/>
            <a:chOff x="5299394" y="2115002"/>
            <a:chExt cx="6273296" cy="3441601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927BAE7-642D-33F3-A68C-79042DF84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99394" y="2115003"/>
              <a:ext cx="3136648" cy="3441600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0A53A75-32F6-B224-0696-590E10688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36042" y="2115002"/>
              <a:ext cx="3136648" cy="3441600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73265C-54F3-F2B6-6FEC-523F27B84389}"/>
              </a:ext>
            </a:extLst>
          </p:cNvPr>
          <p:cNvSpPr/>
          <p:nvPr/>
        </p:nvSpPr>
        <p:spPr>
          <a:xfrm>
            <a:off x="2166823" y="2579033"/>
            <a:ext cx="697194" cy="89289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A8EC145-8031-3BDB-0E17-8FC4C729F9B4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2864017" y="2623678"/>
            <a:ext cx="2435377" cy="1212125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219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D3C3B-184E-9D39-1320-1B9C01DA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95325F-DAF2-3172-8976-C31C1FF24B8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Result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52FF5BE-CED5-C3A2-0C68-72556B4AA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5643" y="1320800"/>
            <a:ext cx="5800714" cy="504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889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BB880-283F-67B6-3F8D-7C849368A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5D6C334C-1FBB-312F-7677-0100B153AE04}"/>
              </a:ext>
            </a:extLst>
          </p:cNvPr>
          <p:cNvSpPr txBox="1">
            <a:spLocks/>
          </p:cNvSpPr>
          <p:nvPr/>
        </p:nvSpPr>
        <p:spPr>
          <a:xfrm>
            <a:off x="730538" y="3280424"/>
            <a:ext cx="7688263" cy="500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 spc="-150">
                <a:solidFill>
                  <a:srgbClr val="147E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/>
              <a:t>Placement</a:t>
            </a:r>
          </a:p>
        </p:txBody>
      </p:sp>
    </p:spTree>
    <p:extLst>
      <p:ext uri="{BB962C8B-B14F-4D97-AF65-F5344CB8AC3E}">
        <p14:creationId xmlns:p14="http://schemas.microsoft.com/office/powerpoint/2010/main" val="3391058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AA6C2-0CB4-943A-1C78-8BFFFD5DC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A7B8D0-C6C7-246C-AA2B-5484288FB7C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8439" y="652173"/>
            <a:ext cx="4838412" cy="500352"/>
          </a:xfrm>
        </p:spPr>
        <p:txBody>
          <a:bodyPr/>
          <a:lstStyle/>
          <a:p>
            <a:r>
              <a:rPr lang="en-US" altLang="ko-KR" dirty="0"/>
              <a:t>Place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725A29-1685-CF65-FA02-EBB7EDD69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4278" y="1488830"/>
            <a:ext cx="5283120" cy="45920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547A83B-7742-9576-27B3-FC5580117A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64"/>
          <a:stretch>
            <a:fillRect/>
          </a:stretch>
        </p:blipFill>
        <p:spPr>
          <a:xfrm>
            <a:off x="6745445" y="1488830"/>
            <a:ext cx="5089580" cy="4592014"/>
          </a:xfrm>
          <a:prstGeom prst="rect">
            <a:avLst/>
          </a:prstGeom>
          <a:ln w="28575">
            <a:gradFill>
              <a:gsLst>
                <a:gs pos="100000">
                  <a:srgbClr val="93DA49"/>
                </a:gs>
                <a:gs pos="0">
                  <a:srgbClr val="1DCAD3"/>
                </a:gs>
              </a:gsLst>
              <a:lin ang="0" scaled="0"/>
            </a:gradFill>
          </a:ln>
        </p:spPr>
      </p:pic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E520CD-7907-8F53-E1D1-EC9092EEBE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5838" y="2352216"/>
            <a:ext cx="3011715" cy="107678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D0CDAD7-6F47-5900-FD25-164E25671A7A}"/>
              </a:ext>
            </a:extLst>
          </p:cNvPr>
          <p:cNvSpPr/>
          <p:nvPr/>
        </p:nvSpPr>
        <p:spPr>
          <a:xfrm>
            <a:off x="1774012" y="2102455"/>
            <a:ext cx="780212" cy="143126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E4D415AF-0408-B82B-5B33-21E5E9B0A3EA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2554224" y="2174018"/>
            <a:ext cx="411614" cy="716590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CB07CD1D-22ED-1133-0D76-00B9B3985FED}"/>
              </a:ext>
            </a:extLst>
          </p:cNvPr>
          <p:cNvSpPr/>
          <p:nvPr/>
        </p:nvSpPr>
        <p:spPr>
          <a:xfrm>
            <a:off x="5856124" y="3492563"/>
            <a:ext cx="640595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직사각형 3">
            <a:extLst>
              <a:ext uri="{FF2B5EF4-FFF2-40B4-BE49-F238E27FC236}">
                <a16:creationId xmlns:a16="http://schemas.microsoft.com/office/drawing/2014/main" id="{A1D90FA5-ACD3-4D7F-8B2A-2D0A4136BA1E}"/>
              </a:ext>
            </a:extLst>
          </p:cNvPr>
          <p:cNvSpPr/>
          <p:nvPr/>
        </p:nvSpPr>
        <p:spPr>
          <a:xfrm>
            <a:off x="11579469" y="2102455"/>
            <a:ext cx="288254" cy="143126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424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97154-51B4-7420-2100-825E4D06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3FECDF-35DB-4D0E-887D-9C5CD85565A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8439" y="652173"/>
            <a:ext cx="4838412" cy="500352"/>
          </a:xfrm>
        </p:spPr>
        <p:txBody>
          <a:bodyPr/>
          <a:lstStyle/>
          <a:p>
            <a:r>
              <a:rPr lang="en-US" altLang="ko-KR" dirty="0"/>
              <a:t>Early </a:t>
            </a:r>
            <a:r>
              <a:rPr lang="en-US" altLang="ko-KR" dirty="0" err="1"/>
              <a:t>Golbal</a:t>
            </a:r>
            <a:r>
              <a:rPr lang="en-US" altLang="ko-KR" dirty="0"/>
              <a:t> Route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A3D761-B78E-D2F5-F6AE-5B29AD8D61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4479" y="1421808"/>
            <a:ext cx="5604450" cy="487131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A28BC83-83F2-5360-822D-3F7E9FF2B7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31399" y="1421808"/>
            <a:ext cx="3138561" cy="4871310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45E7A63-4844-7477-F219-8325FEE7118A}"/>
              </a:ext>
            </a:extLst>
          </p:cNvPr>
          <p:cNvSpPr/>
          <p:nvPr/>
        </p:nvSpPr>
        <p:spPr>
          <a:xfrm>
            <a:off x="3443808" y="1895475"/>
            <a:ext cx="970712" cy="177165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BF926C3-069F-57F1-CE04-53ADEACAF5D4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414520" y="1984058"/>
            <a:ext cx="3316879" cy="1873405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046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E4FB0-7828-0946-9B38-0A7A2D047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BC585A02-D41A-D03A-E660-F8769C25CE41}"/>
              </a:ext>
            </a:extLst>
          </p:cNvPr>
          <p:cNvSpPr txBox="1">
            <a:spLocks/>
          </p:cNvSpPr>
          <p:nvPr/>
        </p:nvSpPr>
        <p:spPr>
          <a:xfrm>
            <a:off x="730538" y="3280424"/>
            <a:ext cx="5116347" cy="500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 spc="-150">
                <a:solidFill>
                  <a:srgbClr val="147E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/>
              <a:t>Clock Tree Synthesis(CTS)</a:t>
            </a:r>
          </a:p>
        </p:txBody>
      </p:sp>
    </p:spTree>
    <p:extLst>
      <p:ext uri="{BB962C8B-B14F-4D97-AF65-F5344CB8AC3E}">
        <p14:creationId xmlns:p14="http://schemas.microsoft.com/office/powerpoint/2010/main" val="2594000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ABF6-30A3-395D-EDAA-843A63D75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1E1F52FE-3C1A-8402-F3C4-6EB08031FF3D}"/>
              </a:ext>
            </a:extLst>
          </p:cNvPr>
          <p:cNvGrpSpPr/>
          <p:nvPr/>
        </p:nvGrpSpPr>
        <p:grpSpPr>
          <a:xfrm>
            <a:off x="4166782" y="4728711"/>
            <a:ext cx="6935557" cy="1187594"/>
            <a:chOff x="4166782" y="4728711"/>
            <a:chExt cx="6935557" cy="1187594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0E0B7583-FF99-8B6F-CB91-043F640A531D}"/>
                </a:ext>
              </a:extLst>
            </p:cNvPr>
            <p:cNvGrpSpPr/>
            <p:nvPr/>
          </p:nvGrpSpPr>
          <p:grpSpPr>
            <a:xfrm>
              <a:off x="4166782" y="5269974"/>
              <a:ext cx="6935557" cy="646331"/>
              <a:chOff x="6559904" y="5579610"/>
              <a:chExt cx="6935557" cy="646331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B02C651D-421C-1B41-8D19-5DFAE52A8C74}"/>
                  </a:ext>
                </a:extLst>
              </p:cNvPr>
              <p:cNvGrpSpPr/>
              <p:nvPr/>
            </p:nvGrpSpPr>
            <p:grpSpPr>
              <a:xfrm>
                <a:off x="6559904" y="5775225"/>
                <a:ext cx="6859357" cy="396323"/>
                <a:chOff x="6559904" y="5775225"/>
                <a:chExt cx="6859357" cy="396323"/>
              </a:xfrm>
            </p:grpSpPr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8852EBBB-3D0E-BA2A-C042-A8D056BA8CE2}"/>
                    </a:ext>
                  </a:extLst>
                </p:cNvPr>
                <p:cNvSpPr/>
                <p:nvPr/>
              </p:nvSpPr>
              <p:spPr>
                <a:xfrm>
                  <a:off x="6559905" y="5775225"/>
                  <a:ext cx="6859356" cy="12327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8BEC4FA5-DDCB-8358-BC17-4A8CCA2FE50F}"/>
                    </a:ext>
                  </a:extLst>
                </p:cNvPr>
                <p:cNvSpPr/>
                <p:nvPr/>
              </p:nvSpPr>
              <p:spPr>
                <a:xfrm>
                  <a:off x="6559904" y="6048275"/>
                  <a:ext cx="3796117" cy="12327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87381C-4CBF-EDB5-9DCC-4912A51D4F41}"/>
                  </a:ext>
                </a:extLst>
              </p:cNvPr>
              <p:cNvSpPr txBox="1"/>
              <p:nvPr/>
            </p:nvSpPr>
            <p:spPr>
              <a:xfrm>
                <a:off x="6636104" y="5579610"/>
                <a:ext cx="685935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ko-KR" dirty="0" err="1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set_interactive_constraint_modes</a:t>
                </a:r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[</a:t>
                </a:r>
                <a:r>
                  <a:rPr lang="en-US" altLang="ko-KR" dirty="0" err="1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all_constraint_modes</a:t>
                </a:r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-active]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ko-KR" dirty="0" err="1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set_propagated_clock</a:t>
                </a:r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[</a:t>
                </a:r>
                <a:r>
                  <a:rPr lang="en-US" altLang="ko-KR" dirty="0" err="1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all_clocks</a:t>
                </a:r>
                <a:r>
                  <a:rPr lang="en-US" altLang="ko-KR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]</a:t>
                </a:r>
              </a:p>
            </p:txBody>
          </p: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F0B8B5E2-CE53-C283-61F1-89E5E5E199AA}"/>
                </a:ext>
              </a:extLst>
            </p:cNvPr>
            <p:cNvGrpSpPr/>
            <p:nvPr/>
          </p:nvGrpSpPr>
          <p:grpSpPr>
            <a:xfrm>
              <a:off x="4166782" y="4728711"/>
              <a:ext cx="3440519" cy="646331"/>
              <a:chOff x="4403078" y="6155542"/>
              <a:chExt cx="3234253" cy="646331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58B67B1B-1657-5F18-4167-87D59FDF6685}"/>
                  </a:ext>
                </a:extLst>
              </p:cNvPr>
              <p:cNvSpPr/>
              <p:nvPr/>
            </p:nvSpPr>
            <p:spPr>
              <a:xfrm>
                <a:off x="4403078" y="6364537"/>
                <a:ext cx="3225563" cy="12327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64846C52-AC99-AF6E-4546-22D70E1A997C}"/>
                  </a:ext>
                </a:extLst>
              </p:cNvPr>
              <p:cNvSpPr/>
              <p:nvPr/>
            </p:nvSpPr>
            <p:spPr>
              <a:xfrm>
                <a:off x="4403079" y="6637587"/>
                <a:ext cx="1546862" cy="12327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18248-C794-7177-C75D-C1C1E9C2406B}"/>
                  </a:ext>
                </a:extLst>
              </p:cNvPr>
              <p:cNvSpPr txBox="1"/>
              <p:nvPr/>
            </p:nvSpPr>
            <p:spPr>
              <a:xfrm>
                <a:off x="4466026" y="6155542"/>
                <a:ext cx="317130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ko-KR" dirty="0" err="1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create_clock_tree_spec</a:t>
                </a:r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ko-KR" dirty="0" err="1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ccopt_design</a:t>
                </a:r>
                <a:endParaRPr lang="en-US" altLang="ko-KR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2A1C9A4-BFF3-1F39-9EAF-EBD1E5E4FDD6}"/>
              </a:ext>
            </a:extLst>
          </p:cNvPr>
          <p:cNvGrpSpPr/>
          <p:nvPr/>
        </p:nvGrpSpPr>
        <p:grpSpPr>
          <a:xfrm>
            <a:off x="1995431" y="1308933"/>
            <a:ext cx="8201138" cy="3139410"/>
            <a:chOff x="948949" y="1382485"/>
            <a:chExt cx="10687816" cy="4091314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2336E308-6FEB-AE7E-9EE6-6B91AFBDC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48949" y="1384200"/>
              <a:ext cx="4705091" cy="4089599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587F3E4-56BC-AC0A-7EDE-0542171100B4}"/>
                </a:ext>
              </a:extLst>
            </p:cNvPr>
            <p:cNvSpPr/>
            <p:nvPr/>
          </p:nvSpPr>
          <p:spPr>
            <a:xfrm>
              <a:off x="2385060" y="3298953"/>
              <a:ext cx="876300" cy="67056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394AB91D-6861-3CBB-5F4E-5998D9E158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1360" y="1382485"/>
              <a:ext cx="3670314" cy="191646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B4C54D2C-D9B5-060D-10E8-48F587732352}"/>
                </a:ext>
              </a:extLst>
            </p:cNvPr>
            <p:cNvCxnSpPr>
              <a:cxnSpLocks/>
            </p:cNvCxnSpPr>
            <p:nvPr/>
          </p:nvCxnSpPr>
          <p:spPr>
            <a:xfrm>
              <a:off x="3261360" y="3969513"/>
              <a:ext cx="3670314" cy="150257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3FC5FC3-35D8-AA69-A21E-6C5BAA978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931674" y="1382485"/>
              <a:ext cx="4705091" cy="4089599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</p:grp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31EEB83-3DFE-4756-ADF1-F92A01A91ABA}"/>
              </a:ext>
            </a:extLst>
          </p:cNvPr>
          <p:cNvSpPr txBox="1">
            <a:spLocks/>
          </p:cNvSpPr>
          <p:nvPr/>
        </p:nvSpPr>
        <p:spPr>
          <a:xfrm>
            <a:off x="438438" y="652173"/>
            <a:ext cx="7688263" cy="500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CTS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557D3B3-D7A0-D407-A703-71261B2874CD}"/>
              </a:ext>
            </a:extLst>
          </p:cNvPr>
          <p:cNvGrpSpPr/>
          <p:nvPr/>
        </p:nvGrpSpPr>
        <p:grpSpPr>
          <a:xfrm>
            <a:off x="2221262" y="4999342"/>
            <a:ext cx="1752296" cy="646331"/>
            <a:chOff x="2060824" y="5092173"/>
            <a:chExt cx="1752296" cy="646331"/>
          </a:xfrm>
        </p:grpSpPr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4054B80B-7A2D-D6E0-33BF-1850BA9A82CA}"/>
                </a:ext>
              </a:extLst>
            </p:cNvPr>
            <p:cNvSpPr/>
            <p:nvPr/>
          </p:nvSpPr>
          <p:spPr>
            <a:xfrm>
              <a:off x="2060824" y="5092173"/>
              <a:ext cx="1752296" cy="646331"/>
            </a:xfrm>
            <a:prstGeom prst="rightArrow">
              <a:avLst>
                <a:gd name="adj1" fmla="val 50000"/>
                <a:gd name="adj2" fmla="val 58842"/>
              </a:avLst>
            </a:prstGeom>
            <a:gradFill>
              <a:gsLst>
                <a:gs pos="30300">
                  <a:srgbClr val="1AB2D2"/>
                </a:gs>
                <a:gs pos="100000">
                  <a:srgbClr val="147BD1"/>
                </a:gs>
                <a:gs pos="0">
                  <a:srgbClr val="1DCAD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B1230A0-220B-C6D9-5EB3-0C4DD31CAC34}"/>
                </a:ext>
              </a:extLst>
            </p:cNvPr>
            <p:cNvSpPr txBox="1"/>
            <p:nvPr/>
          </p:nvSpPr>
          <p:spPr>
            <a:xfrm>
              <a:off x="2317388" y="5269973"/>
              <a:ext cx="12391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bg1"/>
                  </a:solidFill>
                </a:rPr>
                <a:t>순서대로 입력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33102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6C030-33C1-C16D-2590-BA4D0F4E5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6">
            <a:extLst>
              <a:ext uri="{FF2B5EF4-FFF2-40B4-BE49-F238E27FC236}">
                <a16:creationId xmlns:a16="http://schemas.microsoft.com/office/drawing/2014/main" id="{48BDA99C-59F8-D054-1F3E-4E250ED951D7}"/>
              </a:ext>
            </a:extLst>
          </p:cNvPr>
          <p:cNvSpPr txBox="1">
            <a:spLocks/>
          </p:cNvSpPr>
          <p:nvPr/>
        </p:nvSpPr>
        <p:spPr>
          <a:xfrm>
            <a:off x="730538" y="3280424"/>
            <a:ext cx="7688263" cy="500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 b="1" kern="1200" spc="-150">
                <a:solidFill>
                  <a:srgbClr val="147E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dirty="0"/>
              <a:t>Route</a:t>
            </a:r>
          </a:p>
        </p:txBody>
      </p:sp>
    </p:spTree>
    <p:extLst>
      <p:ext uri="{BB962C8B-B14F-4D97-AF65-F5344CB8AC3E}">
        <p14:creationId xmlns:p14="http://schemas.microsoft.com/office/powerpoint/2010/main" val="2558756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120CC-C752-FAB7-8197-CA380C1DA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64361B8A-911F-40B1-1C36-FC50C98E7A9C}"/>
              </a:ext>
            </a:extLst>
          </p:cNvPr>
          <p:cNvSpPr/>
          <p:nvPr/>
        </p:nvSpPr>
        <p:spPr>
          <a:xfrm>
            <a:off x="7429500" y="3429741"/>
            <a:ext cx="546782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66E08-3DB5-52DD-8584-B153DDC7747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Nano Route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4F04645-9920-8FF9-74BC-0CA16ECE7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68645" y="1992345"/>
            <a:ext cx="3959566" cy="3441599"/>
          </a:xfrm>
          <a:prstGeom prst="rect">
            <a:avLst/>
          </a:prstGeom>
          <a:ln w="28575">
            <a:gradFill>
              <a:gsLst>
                <a:gs pos="100000">
                  <a:srgbClr val="93DA49"/>
                </a:gs>
                <a:gs pos="0">
                  <a:srgbClr val="1DCAD3"/>
                </a:gs>
              </a:gsLst>
              <a:lin ang="0" scaled="0"/>
            </a:gra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7684D21-0B58-5EB9-8F5E-B0E0B7DD4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032" y="1992345"/>
            <a:ext cx="3959566" cy="344159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AEF1203-97FB-2372-DCB6-E80CC41FF42A}"/>
              </a:ext>
            </a:extLst>
          </p:cNvPr>
          <p:cNvSpPr/>
          <p:nvPr/>
        </p:nvSpPr>
        <p:spPr>
          <a:xfrm>
            <a:off x="2399394" y="2625724"/>
            <a:ext cx="574675" cy="110775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E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FB21C67-D7D3-5A0C-2735-E5754CDB6BD8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2974069" y="2681112"/>
            <a:ext cx="1148529" cy="1032033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7A980789-F7D1-A54B-4DD9-BE347D505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598" y="1992345"/>
            <a:ext cx="3210368" cy="3441600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</p:spTree>
    <p:extLst>
      <p:ext uri="{BB962C8B-B14F-4D97-AF65-F5344CB8AC3E}">
        <p14:creationId xmlns:p14="http://schemas.microsoft.com/office/powerpoint/2010/main" val="1048953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A3513-CB92-B10C-9310-83A1ECF33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A4F151-EE3B-C748-FB95-251CD2C2248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Extract RC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80DDB6-F081-0F1F-29BE-706FC5B5D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7930" y="1281365"/>
            <a:ext cx="5469070" cy="475363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3403A94-F3D1-A26F-0987-E78B621202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45681" y="2220686"/>
            <a:ext cx="4038388" cy="2175564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C5DD3DC-B38D-5E35-3E3C-59BDD08FB021}"/>
              </a:ext>
            </a:extLst>
          </p:cNvPr>
          <p:cNvSpPr/>
          <p:nvPr/>
        </p:nvSpPr>
        <p:spPr>
          <a:xfrm>
            <a:off x="3400425" y="1935674"/>
            <a:ext cx="1044575" cy="124937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E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B147C515-63E6-DAE5-8B92-C7563246EF9A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4445000" y="1998143"/>
            <a:ext cx="2700681" cy="1310325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743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FF60E-CE71-E84B-3AA6-71AB079FA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805459-BB2A-EC8A-C773-79EBADBB6BF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DRC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CB899A6-2E1C-7F8E-A66E-33DD39B40B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440" y="1585258"/>
            <a:ext cx="5068528" cy="44054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3F60430-3A9A-7EDA-D999-906B88A893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0262" y="1585257"/>
            <a:ext cx="5256838" cy="4405494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6626116-D598-8744-7F30-820D70CD7CC6}"/>
              </a:ext>
            </a:extLst>
          </p:cNvPr>
          <p:cNvSpPr/>
          <p:nvPr/>
        </p:nvSpPr>
        <p:spPr>
          <a:xfrm>
            <a:off x="3143906" y="1921669"/>
            <a:ext cx="748238" cy="103767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E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CF9903A-6879-3C3D-492E-D61A578FFFFF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892144" y="1973553"/>
            <a:ext cx="2291962" cy="1807078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207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9E36-C130-07C9-610C-B637479AE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DAC9BB-A969-1CE9-D6E4-467234F5AED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Connectivity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792963-D452-84B8-0513-DCF37E725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7050" y="1352320"/>
            <a:ext cx="3830033" cy="4853506"/>
          </a:xfrm>
          <a:prstGeom prst="rect">
            <a:avLst/>
          </a:prstGeom>
          <a:ln w="28575">
            <a:solidFill>
              <a:srgbClr val="EA0029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225C565-1750-269D-3D09-5521CAF07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4917" y="1352320"/>
            <a:ext cx="5583967" cy="485350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C8D94D1-9FB9-AC61-5885-3CA39C539750}"/>
              </a:ext>
            </a:extLst>
          </p:cNvPr>
          <p:cNvSpPr/>
          <p:nvPr/>
        </p:nvSpPr>
        <p:spPr>
          <a:xfrm>
            <a:off x="3724893" y="1831618"/>
            <a:ext cx="831204" cy="124403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E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2EE3D4D-570A-9623-7FAF-4DF96A4522ED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4556097" y="1893820"/>
            <a:ext cx="2780953" cy="1885254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7004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645E6-F08A-3E5C-3532-8CD7C2205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FE0CA5-6B44-4B52-99F7-D644B846291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2294" y="669830"/>
            <a:ext cx="7688263" cy="500352"/>
          </a:xfrm>
        </p:spPr>
        <p:txBody>
          <a:bodyPr/>
          <a:lstStyle/>
          <a:p>
            <a:r>
              <a:rPr lang="en-US" altLang="ko-KR" dirty="0" err="1"/>
              <a:t>time_Design</a:t>
            </a:r>
            <a:r>
              <a:rPr lang="en-US" altLang="ko-KR" dirty="0"/>
              <a:t> –</a:t>
            </a:r>
            <a:r>
              <a:rPr lang="en-US" altLang="ko-KR" dirty="0" err="1"/>
              <a:t>postRoute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E37C139-5F4E-9AA0-6B43-8EDA04120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2424" y="1457122"/>
            <a:ext cx="5032788" cy="4143487"/>
          </a:xfrm>
          <a:prstGeom prst="rect">
            <a:avLst/>
          </a:prstGeom>
          <a:ln w="25400">
            <a:noFill/>
          </a:ln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A23C1D86-2CEA-BE83-6E94-CD6E4B647AB1}"/>
              </a:ext>
            </a:extLst>
          </p:cNvPr>
          <p:cNvGrpSpPr/>
          <p:nvPr/>
        </p:nvGrpSpPr>
        <p:grpSpPr>
          <a:xfrm>
            <a:off x="4903197" y="5885929"/>
            <a:ext cx="3652512" cy="646331"/>
            <a:chOff x="4081784" y="5751235"/>
            <a:chExt cx="3652512" cy="646331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FB9F019-6A3A-A46B-06EF-117B0CE0AA2D}"/>
                </a:ext>
              </a:extLst>
            </p:cNvPr>
            <p:cNvSpPr/>
            <p:nvPr/>
          </p:nvSpPr>
          <p:spPr>
            <a:xfrm>
              <a:off x="4081784" y="5960653"/>
              <a:ext cx="3652512" cy="12327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77E38E8-A2B0-ED92-3D50-36ED44DDB7FD}"/>
                </a:ext>
              </a:extLst>
            </p:cNvPr>
            <p:cNvSpPr txBox="1"/>
            <p:nvPr/>
          </p:nvSpPr>
          <p:spPr>
            <a:xfrm>
              <a:off x="4124651" y="5751235"/>
              <a:ext cx="357448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setDelayCalMode</a:t>
              </a:r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</a:t>
              </a: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SIAware</a:t>
              </a:r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false</a:t>
              </a:r>
            </a:p>
            <a:p>
              <a:pPr>
                <a:lnSpc>
                  <a:spcPct val="100000"/>
                </a:lnSpc>
              </a:pP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D9362E1A-F830-8700-1BE4-7F3EF360A673}"/>
              </a:ext>
            </a:extLst>
          </p:cNvPr>
          <p:cNvGrpSpPr/>
          <p:nvPr/>
        </p:nvGrpSpPr>
        <p:grpSpPr>
          <a:xfrm>
            <a:off x="2894337" y="5786192"/>
            <a:ext cx="1752296" cy="646331"/>
            <a:chOff x="2060824" y="5092173"/>
            <a:chExt cx="1752296" cy="646331"/>
          </a:xfrm>
        </p:grpSpPr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7DB121C9-B9D5-F967-6448-C884B17FCEE7}"/>
                </a:ext>
              </a:extLst>
            </p:cNvPr>
            <p:cNvSpPr/>
            <p:nvPr/>
          </p:nvSpPr>
          <p:spPr>
            <a:xfrm>
              <a:off x="2060824" y="5092173"/>
              <a:ext cx="1752296" cy="646331"/>
            </a:xfrm>
            <a:prstGeom prst="rightArrow">
              <a:avLst>
                <a:gd name="adj1" fmla="val 50000"/>
                <a:gd name="adj2" fmla="val 58842"/>
              </a:avLst>
            </a:prstGeom>
            <a:gradFill>
              <a:gsLst>
                <a:gs pos="30300">
                  <a:srgbClr val="1AB2D2"/>
                </a:gs>
                <a:gs pos="100000">
                  <a:srgbClr val="147BD1"/>
                </a:gs>
                <a:gs pos="0">
                  <a:srgbClr val="1DCAD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EAAD1CB-EF1A-5002-8EBC-4B034463D09E}"/>
                </a:ext>
              </a:extLst>
            </p:cNvPr>
            <p:cNvSpPr txBox="1"/>
            <p:nvPr/>
          </p:nvSpPr>
          <p:spPr>
            <a:xfrm>
              <a:off x="2317388" y="5269973"/>
              <a:ext cx="12391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err="1">
                  <a:solidFill>
                    <a:schemeClr val="bg1"/>
                  </a:solidFill>
                </a:rPr>
                <a:t>선입력</a:t>
              </a:r>
              <a:r>
                <a:rPr lang="ko-KR" altLang="en-US" sz="1200" b="1" dirty="0">
                  <a:solidFill>
                    <a:schemeClr val="bg1"/>
                  </a:solidFill>
                </a:rPr>
                <a:t> 후 실행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8416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7DBF6-DB3E-9125-C320-040A6E5F4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1E5213-39BB-8431-5A97-956BFFF2D00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2294" y="669830"/>
            <a:ext cx="7688263" cy="500352"/>
          </a:xfrm>
        </p:spPr>
        <p:txBody>
          <a:bodyPr/>
          <a:lstStyle/>
          <a:p>
            <a:r>
              <a:rPr lang="en-US" altLang="ko-KR" dirty="0" err="1"/>
              <a:t>time_Design</a:t>
            </a:r>
            <a:r>
              <a:rPr lang="en-US" altLang="ko-KR" dirty="0"/>
              <a:t> -</a:t>
            </a:r>
            <a:r>
              <a:rPr lang="en-US" altLang="ko-KR" dirty="0" err="1"/>
              <a:t>postRoute</a:t>
            </a:r>
            <a:r>
              <a:rPr lang="en-US" altLang="ko-KR" dirty="0"/>
              <a:t> -hold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FABF10-50F7-B6FF-C60D-8F0D044F3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15"/>
          <a:stretch>
            <a:fillRect/>
          </a:stretch>
        </p:blipFill>
        <p:spPr>
          <a:xfrm>
            <a:off x="2699166" y="1702761"/>
            <a:ext cx="6417748" cy="3843756"/>
          </a:xfrm>
          <a:prstGeom prst="rect">
            <a:avLst/>
          </a:prstGeom>
          <a:ln w="25400">
            <a:noFill/>
          </a:ln>
        </p:spPr>
      </p:pic>
    </p:spTree>
    <p:extLst>
      <p:ext uri="{BB962C8B-B14F-4D97-AF65-F5344CB8AC3E}">
        <p14:creationId xmlns:p14="http://schemas.microsoft.com/office/powerpoint/2010/main" val="35457527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B7EB-086A-786D-2B87-FF0D8885E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CAAABF-1424-9D2F-41C2-FA8597FE2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2294" y="607857"/>
            <a:ext cx="7688263" cy="500352"/>
          </a:xfrm>
        </p:spPr>
        <p:txBody>
          <a:bodyPr/>
          <a:lstStyle/>
          <a:p>
            <a:r>
              <a:rPr lang="en-US" altLang="ko-KR" dirty="0"/>
              <a:t>Debug Timing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C04B25D-0E43-C5B3-6E3A-52C2568EC958}"/>
              </a:ext>
            </a:extLst>
          </p:cNvPr>
          <p:cNvGrpSpPr/>
          <p:nvPr/>
        </p:nvGrpSpPr>
        <p:grpSpPr>
          <a:xfrm>
            <a:off x="1143477" y="1447838"/>
            <a:ext cx="9875531" cy="3962324"/>
            <a:chOff x="516698" y="1448749"/>
            <a:chExt cx="11120504" cy="446184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D0F570A-828D-5CFF-03D4-1550DA4AC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583537" y="1609817"/>
              <a:ext cx="5053665" cy="4139704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3AD5BE9-6EF0-A163-5A75-62E6D8C1B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16698" y="1448749"/>
              <a:ext cx="5133355" cy="4461840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78B3094-A54A-7DE6-E8B7-8E3303B3CA7B}"/>
              </a:ext>
            </a:extLst>
          </p:cNvPr>
          <p:cNvGrpSpPr/>
          <p:nvPr/>
        </p:nvGrpSpPr>
        <p:grpSpPr>
          <a:xfrm>
            <a:off x="4136768" y="5708311"/>
            <a:ext cx="5410431" cy="369332"/>
            <a:chOff x="4178725" y="5941460"/>
            <a:chExt cx="5410431" cy="369332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B361993-4425-EC23-A7B3-C7CCD02E9CFC}"/>
                </a:ext>
              </a:extLst>
            </p:cNvPr>
            <p:cNvSpPr/>
            <p:nvPr/>
          </p:nvSpPr>
          <p:spPr>
            <a:xfrm>
              <a:off x="4178725" y="6146269"/>
              <a:ext cx="3888950" cy="12327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973E1E-DD49-7682-2DD4-AA9564EA5A5F}"/>
                </a:ext>
              </a:extLst>
            </p:cNvPr>
            <p:cNvSpPr txBox="1"/>
            <p:nvPr/>
          </p:nvSpPr>
          <p:spPr>
            <a:xfrm>
              <a:off x="4375739" y="5941460"/>
              <a:ext cx="52134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saveDesign</a:t>
              </a:r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</a:t>
              </a: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rc</a:t>
              </a:r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-def </a:t>
              </a: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RouteDesign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A9D9E8F-694E-2D8E-4997-4F2B9BBD4574}"/>
              </a:ext>
            </a:extLst>
          </p:cNvPr>
          <p:cNvSpPr/>
          <p:nvPr/>
        </p:nvSpPr>
        <p:spPr>
          <a:xfrm>
            <a:off x="2962275" y="2279090"/>
            <a:ext cx="882649" cy="124403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E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FCFB663-4774-7910-F0F3-91DFADE2216A}"/>
              </a:ext>
            </a:extLst>
          </p:cNvPr>
          <p:cNvCxnSpPr>
            <a:cxnSpLocks/>
            <a:stCxn id="17" idx="3"/>
            <a:endCxn id="4" idx="1"/>
          </p:cNvCxnSpPr>
          <p:nvPr/>
        </p:nvCxnSpPr>
        <p:spPr>
          <a:xfrm>
            <a:off x="3844924" y="2341292"/>
            <a:ext cx="2686192" cy="1087708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7373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AEAAC-EF62-E5A4-55C1-B80ECA5DC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6CA004-A40D-AA7E-D7DA-373E48B6447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2294" y="607857"/>
            <a:ext cx="7688263" cy="500352"/>
          </a:xfrm>
        </p:spPr>
        <p:txBody>
          <a:bodyPr/>
          <a:lstStyle/>
          <a:p>
            <a:r>
              <a:rPr lang="en-US" altLang="ko-KR" dirty="0"/>
              <a:t>Read Design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1C7F0BE-BF46-5552-D5B2-199E12347A2C}"/>
              </a:ext>
            </a:extLst>
          </p:cNvPr>
          <p:cNvGrpSpPr/>
          <p:nvPr/>
        </p:nvGrpSpPr>
        <p:grpSpPr>
          <a:xfrm>
            <a:off x="1939105" y="5144299"/>
            <a:ext cx="9971756" cy="1236234"/>
            <a:chOff x="1262673" y="5233199"/>
            <a:chExt cx="9971756" cy="1236234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78A3FFF-D54F-D6F8-7753-8204FFFC5951}"/>
                </a:ext>
              </a:extLst>
            </p:cNvPr>
            <p:cNvGrpSpPr/>
            <p:nvPr/>
          </p:nvGrpSpPr>
          <p:grpSpPr>
            <a:xfrm>
              <a:off x="1262673" y="5436964"/>
              <a:ext cx="9926027" cy="963627"/>
              <a:chOff x="1262673" y="5436964"/>
              <a:chExt cx="9926027" cy="963627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C26C3F9E-99AD-55ED-7436-8715A0CCF2D0}"/>
                  </a:ext>
                </a:extLst>
              </p:cNvPr>
              <p:cNvSpPr/>
              <p:nvPr/>
            </p:nvSpPr>
            <p:spPr>
              <a:xfrm>
                <a:off x="1262673" y="5436964"/>
                <a:ext cx="1702777" cy="12327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E66A599-1FE4-5512-EEBB-C961B5191807}"/>
                  </a:ext>
                </a:extLst>
              </p:cNvPr>
              <p:cNvSpPr/>
              <p:nvPr/>
            </p:nvSpPr>
            <p:spPr>
              <a:xfrm>
                <a:off x="1262673" y="5728043"/>
                <a:ext cx="3166451" cy="12327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7B1BE2DD-B59D-CD6D-1902-B08E758FCF54}"/>
                  </a:ext>
                </a:extLst>
              </p:cNvPr>
              <p:cNvSpPr/>
              <p:nvPr/>
            </p:nvSpPr>
            <p:spPr>
              <a:xfrm>
                <a:off x="1262673" y="5985218"/>
                <a:ext cx="2985477" cy="12327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94F3D08F-D858-5EB5-C919-3F39398D11E5}"/>
                  </a:ext>
                </a:extLst>
              </p:cNvPr>
              <p:cNvSpPr/>
              <p:nvPr/>
            </p:nvSpPr>
            <p:spPr>
              <a:xfrm>
                <a:off x="1262673" y="6277318"/>
                <a:ext cx="9926027" cy="12327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45E503E-6B64-9DF2-A50F-1257B15F5D20}"/>
                </a:ext>
              </a:extLst>
            </p:cNvPr>
            <p:cNvSpPr txBox="1"/>
            <p:nvPr/>
          </p:nvSpPr>
          <p:spPr>
            <a:xfrm>
              <a:off x="1342048" y="5233199"/>
              <a:ext cx="9892381" cy="12362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check_timing</a:t>
              </a:r>
              <a:endPara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report_annotated_parasitics</a:t>
              </a:r>
              <a:endPara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report_analysis_coverage</a:t>
              </a:r>
              <a:endParaRPr lang="en-US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report_analysis_coverage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</a:t>
              </a:r>
              <a:r>
                <a:rPr lang="en-US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check_type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data_setup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-verbose untested -</a:t>
              </a:r>
              <a:r>
                <a:rPr lang="en-US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exclude_untested</a:t>
              </a:r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const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9C90E9C-4D30-12C4-05E5-23B4069AC256}"/>
              </a:ext>
            </a:extLst>
          </p:cNvPr>
          <p:cNvGrpSpPr/>
          <p:nvPr/>
        </p:nvGrpSpPr>
        <p:grpSpPr>
          <a:xfrm>
            <a:off x="1127099" y="1279011"/>
            <a:ext cx="10107330" cy="3812163"/>
            <a:chOff x="1127099" y="1426811"/>
            <a:chExt cx="10107330" cy="381216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BD3D83E-5C85-8B9C-9E28-288ED5509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27099" y="1426811"/>
              <a:ext cx="4317814" cy="3812163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440B78A-4B83-8B9F-4A56-AD7CD7248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180764" y="1950648"/>
              <a:ext cx="5053665" cy="2616164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23D3A88-6AF4-1F34-41F1-066023C31CF8}"/>
                </a:ext>
              </a:extLst>
            </p:cNvPr>
            <p:cNvSpPr/>
            <p:nvPr/>
          </p:nvSpPr>
          <p:spPr>
            <a:xfrm>
              <a:off x="1157287" y="1716700"/>
              <a:ext cx="1114425" cy="111801"/>
            </a:xfrm>
            <a:prstGeom prst="rect">
              <a:avLst/>
            </a:prstGeom>
            <a:solidFill>
              <a:srgbClr val="93DA49">
                <a:alpha val="30000"/>
              </a:srgbClr>
            </a:solidFill>
            <a:ln w="28575">
              <a:solidFill>
                <a:srgbClr val="EA00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82394735-BA78-5F0F-19EB-9B858D5A9615}"/>
                </a:ext>
              </a:extLst>
            </p:cNvPr>
            <p:cNvCxnSpPr>
              <a:cxnSpLocks/>
              <a:stCxn id="9" idx="3"/>
              <a:endCxn id="4" idx="1"/>
            </p:cNvCxnSpPr>
            <p:nvPr/>
          </p:nvCxnSpPr>
          <p:spPr>
            <a:xfrm>
              <a:off x="2271712" y="1772601"/>
              <a:ext cx="3909052" cy="1486129"/>
            </a:xfrm>
            <a:prstGeom prst="straightConnector1">
              <a:avLst/>
            </a:prstGeom>
            <a:ln w="38100">
              <a:solidFill>
                <a:srgbClr val="EA002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09FE8A5-E92B-BB62-C43C-CF14B409AC8C}"/>
              </a:ext>
            </a:extLst>
          </p:cNvPr>
          <p:cNvGrpSpPr/>
          <p:nvPr/>
        </p:nvGrpSpPr>
        <p:grpSpPr>
          <a:xfrm>
            <a:off x="281139" y="5439250"/>
            <a:ext cx="1486811" cy="646331"/>
            <a:chOff x="2241716" y="5092173"/>
            <a:chExt cx="1571403" cy="646331"/>
          </a:xfrm>
        </p:grpSpPr>
        <p:sp>
          <p:nvSpPr>
            <p:cNvPr id="7" name="화살표: 오른쪽 6">
              <a:extLst>
                <a:ext uri="{FF2B5EF4-FFF2-40B4-BE49-F238E27FC236}">
                  <a16:creationId xmlns:a16="http://schemas.microsoft.com/office/drawing/2014/main" id="{9C2E803B-7EB1-21D2-D32E-B22829274D28}"/>
                </a:ext>
              </a:extLst>
            </p:cNvPr>
            <p:cNvSpPr/>
            <p:nvPr/>
          </p:nvSpPr>
          <p:spPr>
            <a:xfrm>
              <a:off x="2241716" y="5092173"/>
              <a:ext cx="1571403" cy="646331"/>
            </a:xfrm>
            <a:prstGeom prst="rightArrow">
              <a:avLst>
                <a:gd name="adj1" fmla="val 50000"/>
                <a:gd name="adj2" fmla="val 58842"/>
              </a:avLst>
            </a:prstGeom>
            <a:gradFill>
              <a:gsLst>
                <a:gs pos="30300">
                  <a:srgbClr val="1AB2D2"/>
                </a:gs>
                <a:gs pos="100000">
                  <a:srgbClr val="147BD1"/>
                </a:gs>
                <a:gs pos="0">
                  <a:srgbClr val="1DCAD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E0ECC1A-34A1-9B1F-B2D2-AA0EF760C02F}"/>
                </a:ext>
              </a:extLst>
            </p:cNvPr>
            <p:cNvSpPr txBox="1"/>
            <p:nvPr/>
          </p:nvSpPr>
          <p:spPr>
            <a:xfrm>
              <a:off x="2367236" y="5269973"/>
              <a:ext cx="12391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bg1"/>
                  </a:solidFill>
                </a:rPr>
                <a:t>순서대로 입력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32522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5F141-3165-7CCB-2F41-6B12EBF41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F3A6DB-E4D2-3CEC-20FD-5DA2D938C8C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Analysis View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82C2E0-07BD-1895-8D1C-B924A5B47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94922" y="1448750"/>
            <a:ext cx="4514830" cy="4461839"/>
          </a:xfrm>
          <a:prstGeom prst="rect">
            <a:avLst/>
          </a:prstGeom>
          <a:ln w="25400">
            <a:gradFill>
              <a:gsLst>
                <a:gs pos="0">
                  <a:srgbClr val="1DCAD3"/>
                </a:gs>
                <a:gs pos="100000">
                  <a:srgbClr val="93DA49"/>
                </a:gs>
              </a:gsLst>
              <a:lin ang="0" scaled="0"/>
            </a:gra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32E6ACF-47C1-C0F5-D95E-209A51E968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629" y="1686615"/>
            <a:ext cx="4514831" cy="3986108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4DAA97CA-DF8F-D391-6C11-AA41B1779A78}"/>
              </a:ext>
            </a:extLst>
          </p:cNvPr>
          <p:cNvSpPr/>
          <p:nvPr/>
        </p:nvSpPr>
        <p:spPr>
          <a:xfrm>
            <a:off x="5579230" y="3343195"/>
            <a:ext cx="1135922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80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F4D87-0393-24C1-8D3F-FEC93FE9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925125-B8C4-DD36-715B-5863794B456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Add Repeater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FB466F9-B1B9-3C30-350B-ABB18DA6197C}"/>
              </a:ext>
            </a:extLst>
          </p:cNvPr>
          <p:cNvGrpSpPr/>
          <p:nvPr/>
        </p:nvGrpSpPr>
        <p:grpSpPr>
          <a:xfrm>
            <a:off x="425297" y="1634570"/>
            <a:ext cx="11218555" cy="3236704"/>
            <a:chOff x="993985" y="1934508"/>
            <a:chExt cx="10649867" cy="307263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19B4E3A-E8D8-B22E-FCC5-541EEF0A7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382710" y="1934508"/>
              <a:ext cx="3381578" cy="3072629"/>
            </a:xfrm>
            <a:prstGeom prst="rect">
              <a:avLst/>
            </a:prstGeom>
            <a:ln w="25400">
              <a:noFill/>
            </a:ln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B524CCE-53AC-40F7-DF1C-59A582632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93985" y="1934508"/>
              <a:ext cx="2666392" cy="3072629"/>
            </a:xfrm>
            <a:prstGeom prst="rect">
              <a:avLst/>
            </a:prstGeom>
          </p:spPr>
        </p:pic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469A5BF6-BD7A-5FBE-C9BF-6388DC8E6686}"/>
                </a:ext>
              </a:extLst>
            </p:cNvPr>
            <p:cNvSpPr/>
            <p:nvPr/>
          </p:nvSpPr>
          <p:spPr>
            <a:xfrm>
              <a:off x="3730085" y="3291640"/>
              <a:ext cx="592648" cy="483711"/>
            </a:xfrm>
            <a:prstGeom prst="rightArrow">
              <a:avLst/>
            </a:prstGeom>
            <a:gradFill>
              <a:gsLst>
                <a:gs pos="0">
                  <a:srgbClr val="93DA49">
                    <a:alpha val="0"/>
                  </a:srgbClr>
                </a:gs>
                <a:gs pos="100000">
                  <a:srgbClr val="1DCAD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852C70D-47C6-0B6F-29E2-0FF7C9FEC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534729" y="1934508"/>
              <a:ext cx="3109123" cy="3072630"/>
            </a:xfrm>
            <a:prstGeom prst="rect">
              <a:avLst/>
            </a:prstGeom>
          </p:spPr>
        </p:pic>
        <p:sp>
          <p:nvSpPr>
            <p:cNvPr id="7" name="화살표: 오른쪽 6">
              <a:extLst>
                <a:ext uri="{FF2B5EF4-FFF2-40B4-BE49-F238E27FC236}">
                  <a16:creationId xmlns:a16="http://schemas.microsoft.com/office/drawing/2014/main" id="{03A1E7F0-F491-8D60-0202-3730E33171E1}"/>
                </a:ext>
              </a:extLst>
            </p:cNvPr>
            <p:cNvSpPr/>
            <p:nvPr/>
          </p:nvSpPr>
          <p:spPr>
            <a:xfrm>
              <a:off x="7849833" y="3291640"/>
              <a:ext cx="592648" cy="483711"/>
            </a:xfrm>
            <a:prstGeom prst="rightArrow">
              <a:avLst/>
            </a:prstGeom>
            <a:gradFill>
              <a:gsLst>
                <a:gs pos="0">
                  <a:srgbClr val="93DA49">
                    <a:alpha val="0"/>
                  </a:srgbClr>
                </a:gs>
                <a:gs pos="100000">
                  <a:srgbClr val="1DCAD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0E81364-E33D-2C8A-BDC6-AC2773930661}"/>
              </a:ext>
            </a:extLst>
          </p:cNvPr>
          <p:cNvGrpSpPr/>
          <p:nvPr/>
        </p:nvGrpSpPr>
        <p:grpSpPr>
          <a:xfrm>
            <a:off x="4339719" y="5353318"/>
            <a:ext cx="5316900" cy="646331"/>
            <a:chOff x="4403078" y="6155542"/>
            <a:chExt cx="3234253" cy="64633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D2D6A14-74FD-13CF-D6A9-0FEB2EA6EC92}"/>
                </a:ext>
              </a:extLst>
            </p:cNvPr>
            <p:cNvSpPr/>
            <p:nvPr/>
          </p:nvSpPr>
          <p:spPr>
            <a:xfrm>
              <a:off x="4403078" y="6364537"/>
              <a:ext cx="1828622" cy="12327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17CCE78-222B-CD59-49FF-B225DA7E243B}"/>
                </a:ext>
              </a:extLst>
            </p:cNvPr>
            <p:cNvSpPr/>
            <p:nvPr/>
          </p:nvSpPr>
          <p:spPr>
            <a:xfrm>
              <a:off x="4403079" y="6637587"/>
              <a:ext cx="3077234" cy="12327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EEC2129-4E0B-6D41-DB9A-C39885B4182B}"/>
                </a:ext>
              </a:extLst>
            </p:cNvPr>
            <p:cNvSpPr txBox="1"/>
            <p:nvPr/>
          </p:nvSpPr>
          <p:spPr>
            <a:xfrm>
              <a:off x="4466026" y="6155542"/>
              <a:ext cx="317130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report_analysis_coverage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write_eco</a:t>
              </a:r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-format </a:t>
              </a: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innovus</a:t>
              </a:r>
              <a:r>
                <a:rPr lang="en-US" altLang="ko-KR" dirty="0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-output </a:t>
              </a:r>
              <a:r>
                <a:rPr lang="en-US" altLang="ko-KR" dirty="0" err="1">
                  <a:solidFill>
                    <a:schemeClr val="bg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innovus.eco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849BC70-6CE2-2E5F-83A2-696442F51A49}"/>
              </a:ext>
            </a:extLst>
          </p:cNvPr>
          <p:cNvGrpSpPr/>
          <p:nvPr/>
        </p:nvGrpSpPr>
        <p:grpSpPr>
          <a:xfrm>
            <a:off x="2407933" y="5437911"/>
            <a:ext cx="1752296" cy="646331"/>
            <a:chOff x="2060824" y="5092173"/>
            <a:chExt cx="1752296" cy="646331"/>
          </a:xfrm>
        </p:grpSpPr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AD83733E-567E-7D5D-C81A-D1E72522567F}"/>
                </a:ext>
              </a:extLst>
            </p:cNvPr>
            <p:cNvSpPr/>
            <p:nvPr/>
          </p:nvSpPr>
          <p:spPr>
            <a:xfrm>
              <a:off x="2060824" y="5092173"/>
              <a:ext cx="1752296" cy="646331"/>
            </a:xfrm>
            <a:prstGeom prst="rightArrow">
              <a:avLst>
                <a:gd name="adj1" fmla="val 50000"/>
                <a:gd name="adj2" fmla="val 58842"/>
              </a:avLst>
            </a:prstGeom>
            <a:gradFill>
              <a:gsLst>
                <a:gs pos="30300">
                  <a:srgbClr val="1AB2D2"/>
                </a:gs>
                <a:gs pos="100000">
                  <a:srgbClr val="147BD1"/>
                </a:gs>
                <a:gs pos="0">
                  <a:srgbClr val="1DCAD3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C217764-8DF6-B3E6-ECAE-4B696429AF6C}"/>
                </a:ext>
              </a:extLst>
            </p:cNvPr>
            <p:cNvSpPr txBox="1"/>
            <p:nvPr/>
          </p:nvSpPr>
          <p:spPr>
            <a:xfrm>
              <a:off x="2317388" y="5269973"/>
              <a:ext cx="12391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bg1"/>
                  </a:solidFill>
                </a:rPr>
                <a:t>순서대로 입력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83371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D80B3-6E52-4778-386A-34C60BD1C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3BDAA5C3-6F91-2108-0B6C-BDF3D03357A0}"/>
              </a:ext>
            </a:extLst>
          </p:cNvPr>
          <p:cNvSpPr/>
          <p:nvPr/>
        </p:nvSpPr>
        <p:spPr>
          <a:xfrm>
            <a:off x="7286873" y="3429741"/>
            <a:ext cx="549499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69A06C-5E60-AF6D-E7E3-4AFB42E18D5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altLang="ko-KR" dirty="0"/>
              <a:t>Chip Finish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49D7E24-6B2D-6C9D-F6DA-B4AD9B137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3981" y="1956526"/>
            <a:ext cx="3959566" cy="3441599"/>
          </a:xfrm>
          <a:prstGeom prst="rect">
            <a:avLst/>
          </a:prstGeom>
          <a:ln w="28575">
            <a:gradFill>
              <a:gsLst>
                <a:gs pos="0">
                  <a:srgbClr val="1DCAD3"/>
                </a:gs>
                <a:gs pos="100000">
                  <a:srgbClr val="93DA49"/>
                </a:gs>
              </a:gsLst>
              <a:lin ang="0" scaled="0"/>
            </a:gra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B5DBDD9-E25E-67D0-B119-AADF827466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5238" y="1956526"/>
            <a:ext cx="3959566" cy="3441599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F2319C63-3BE2-1E31-913A-6752C6CD06C0}"/>
              </a:ext>
            </a:extLst>
          </p:cNvPr>
          <p:cNvGrpSpPr/>
          <p:nvPr/>
        </p:nvGrpSpPr>
        <p:grpSpPr>
          <a:xfrm>
            <a:off x="4355223" y="1735546"/>
            <a:ext cx="2796631" cy="3890504"/>
            <a:chOff x="4444123" y="1956526"/>
            <a:chExt cx="2796631" cy="3890504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3DEF25E-1BCE-4055-C572-319C9A347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44123" y="1956526"/>
              <a:ext cx="2796631" cy="2160000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  <p:pic>
          <p:nvPicPr>
            <p:cNvPr id="9" name="그림 8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8AD94A2-BDFD-0DC3-4A92-CC120A362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44123" y="4091367"/>
              <a:ext cx="2796631" cy="1755663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35666F-8BE8-FCD6-E0F4-E9B9AC550762}"/>
              </a:ext>
            </a:extLst>
          </p:cNvPr>
          <p:cNvSpPr/>
          <p:nvPr/>
        </p:nvSpPr>
        <p:spPr>
          <a:xfrm>
            <a:off x="1898650" y="3028950"/>
            <a:ext cx="482600" cy="84209"/>
          </a:xfrm>
          <a:prstGeom prst="rect">
            <a:avLst/>
          </a:prstGeom>
          <a:solidFill>
            <a:srgbClr val="93DA49">
              <a:alpha val="30000"/>
            </a:srgbClr>
          </a:solidFill>
          <a:ln w="28575">
            <a:solidFill>
              <a:srgbClr val="EA00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11A944E-F6E4-BB25-0ACE-4D1C4C10F64F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381250" y="3071054"/>
            <a:ext cx="1973973" cy="1"/>
          </a:xfrm>
          <a:prstGeom prst="straightConnector1">
            <a:avLst/>
          </a:prstGeom>
          <a:ln w="38100">
            <a:solidFill>
              <a:srgbClr val="E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8673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3A1C1-1CAC-A2EC-F7A1-22400EA2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DAE309-85A5-8DFB-3D67-5DA31827698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2293" y="628256"/>
            <a:ext cx="7688263" cy="500352"/>
          </a:xfrm>
        </p:spPr>
        <p:txBody>
          <a:bodyPr/>
          <a:lstStyle/>
          <a:p>
            <a:r>
              <a:rPr lang="en-US" altLang="ko-KR" dirty="0"/>
              <a:t>GDS Export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0AFFDB2-883B-8965-3468-69238F8D135E}"/>
              </a:ext>
            </a:extLst>
          </p:cNvPr>
          <p:cNvSpPr/>
          <p:nvPr/>
        </p:nvSpPr>
        <p:spPr>
          <a:xfrm>
            <a:off x="6939249" y="3322658"/>
            <a:ext cx="853800" cy="483711"/>
          </a:xfrm>
          <a:prstGeom prst="rightArrow">
            <a:avLst/>
          </a:prstGeom>
          <a:gradFill>
            <a:gsLst>
              <a:gs pos="0">
                <a:srgbClr val="93DA49">
                  <a:alpha val="0"/>
                </a:srgbClr>
              </a:gs>
              <a:gs pos="100000">
                <a:srgbClr val="1DCAD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0EAD023-EF40-4BDD-1432-2B5702D9DC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40556" y="1128608"/>
            <a:ext cx="2924612" cy="5183911"/>
          </a:xfrm>
          <a:prstGeom prst="rect">
            <a:avLst/>
          </a:prstGeom>
          <a:ln w="25400">
            <a:gradFill>
              <a:gsLst>
                <a:gs pos="0">
                  <a:srgbClr val="1DCAD3"/>
                </a:gs>
                <a:gs pos="100000">
                  <a:srgbClr val="93DA49"/>
                </a:gs>
              </a:gsLst>
              <a:lin ang="0" scaled="0"/>
            </a:gradFill>
          </a:ln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C16B77EB-FB05-05B6-DE9A-9C8C27432E43}"/>
              </a:ext>
            </a:extLst>
          </p:cNvPr>
          <p:cNvGrpSpPr/>
          <p:nvPr/>
        </p:nvGrpSpPr>
        <p:grpSpPr>
          <a:xfrm>
            <a:off x="786566" y="1606488"/>
            <a:ext cx="5805176" cy="4228151"/>
            <a:chOff x="290824" y="1448749"/>
            <a:chExt cx="5805176" cy="422815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652CEDF-539C-DC84-9361-F2E38E473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90824" y="1448749"/>
              <a:ext cx="4864494" cy="4228151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46A1E48-6247-D022-23CB-56FB1E7A1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893581" y="2149950"/>
              <a:ext cx="3202419" cy="2513651"/>
            </a:xfrm>
            <a:prstGeom prst="rect">
              <a:avLst/>
            </a:prstGeom>
            <a:ln w="28575">
              <a:solidFill>
                <a:srgbClr val="EA0029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49B77B9-F9CC-BF4F-58CF-8DD7E35485D7}"/>
                </a:ext>
              </a:extLst>
            </p:cNvPr>
            <p:cNvSpPr/>
            <p:nvPr/>
          </p:nvSpPr>
          <p:spPr>
            <a:xfrm>
              <a:off x="1117599" y="3406776"/>
              <a:ext cx="574675" cy="106434"/>
            </a:xfrm>
            <a:prstGeom prst="rect">
              <a:avLst/>
            </a:prstGeom>
            <a:solidFill>
              <a:srgbClr val="93DA49">
                <a:alpha val="30000"/>
              </a:srgbClr>
            </a:solidFill>
            <a:ln w="28575">
              <a:solidFill>
                <a:srgbClr val="EA00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CE11BE0F-F3AD-24BB-9090-9E131E7118CF}"/>
                </a:ext>
              </a:extLst>
            </p:cNvPr>
            <p:cNvCxnSpPr>
              <a:cxnSpLocks/>
              <a:stCxn id="5" idx="3"/>
              <a:endCxn id="4" idx="1"/>
            </p:cNvCxnSpPr>
            <p:nvPr/>
          </p:nvCxnSpPr>
          <p:spPr>
            <a:xfrm flipV="1">
              <a:off x="1692274" y="3406776"/>
              <a:ext cx="1201307" cy="53217"/>
            </a:xfrm>
            <a:prstGeom prst="straightConnector1">
              <a:avLst/>
            </a:prstGeom>
            <a:ln w="38100">
              <a:solidFill>
                <a:srgbClr val="EA002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46391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14168</TotalTime>
  <Words>305</Words>
  <Application>Microsoft Office PowerPoint</Application>
  <PresentationFormat>와이드스크린</PresentationFormat>
  <Paragraphs>88</Paragraphs>
  <Slides>40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6" baseType="lpstr">
      <vt:lpstr>맑은 고딕</vt:lpstr>
      <vt:lpstr>맑은 고딕</vt:lpstr>
      <vt:lpstr>Rubik Light</vt:lpstr>
      <vt:lpstr>나눔스퀘어 네오 Regular</vt:lpstr>
      <vt:lpstr>Arial</vt:lpstr>
      <vt:lpstr>Office 테마</vt:lpstr>
      <vt:lpstr>SoC 102: Implementation</vt:lpstr>
      <vt:lpstr>1. Auto Place and Route(APR) Flow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PS Part</dc:title>
  <dc:creator>예빈 문</dc:creator>
  <cp:lastModifiedBy> 우승안</cp:lastModifiedBy>
  <cp:revision>778</cp:revision>
  <dcterms:created xsi:type="dcterms:W3CDTF">2024-09-20T05:42:48Z</dcterms:created>
  <dcterms:modified xsi:type="dcterms:W3CDTF">2026-07-05T10:59:01Z</dcterms:modified>
</cp:coreProperties>
</file>